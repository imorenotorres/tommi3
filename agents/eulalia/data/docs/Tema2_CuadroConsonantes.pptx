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I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98" d="100"/>
          <a:sy n="98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9C5C0-F419-6346-87EA-BBE9DC06A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C55D79-782E-7045-AB7F-3559A9B0E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I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E0BF29-8B34-A045-8933-EBB0D9D8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90B4E-3951-FA44-810C-544F6198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84DCF7-6E85-F94F-9C84-7CF36BF1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382654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D524B-D045-1246-8CD6-47697E08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FF59F5-C29B-6145-AC44-64D9D2B21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B41C0A-9716-A84F-85F4-1C0E95EE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50C95-51F8-C143-B745-81F92E6F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866A0F-B4D8-0248-8C9F-FA7EB246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137007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8FE2D-A152-CA46-A408-A8B60F75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8B4A7C-B5AC-DF4E-BE13-DAB307433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316586-2D35-134C-AC4A-5F0DB1D3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D6A3AF-8E65-CA4D-B10D-9E7587D3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BA953-FD9E-C040-9ADE-795661E4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285671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ADD9C-A030-814C-A6E0-089177B9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BC878-B4F5-1A40-B641-A6B8FE2BA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2AB683-4B3B-1F45-B070-0C8380E79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B6711-849E-E848-8645-A828A2A3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68937F-977B-B249-B7F5-3626B045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0BB83A-7BF5-DB43-86C3-2E3E27D3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60352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CEFA5-B70C-214F-BEA9-50AC0827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31B206-FFBB-164A-A479-4C08F6022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090A0F-845F-7049-AE91-9B07E69E5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CC7553-329F-294A-B0BE-D54414AE8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A6ED27-1731-AA49-A458-BD78771CC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802765-F031-1D48-A3EF-A41549245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4A5169-62EE-924B-9B20-AB9FF287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09829D-303A-E44C-9BAC-47FC354D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5478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6DFC8-84B9-CC4F-AEB9-5FC1BBD6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2D3CC6-0C41-7348-8988-3A09645C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A2D764-7495-7247-958C-25B37FBC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DCFF31-194B-1340-99E7-BF22035E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120938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F1749B-295D-3C4D-9A29-0F825110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60E4FF-6BFC-7F47-8F58-0E2CE768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056229-9C39-4746-873C-47460888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185595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F56A3-A65E-0E44-A675-6BCB54D5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BD49D9-AE40-E542-A121-429552B7D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56F3C4-7C03-864A-B7C2-CB8925E7D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197505-3DBC-1B46-980E-5B483DCD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1DE02-9FF8-F047-B3B2-B72259DB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14C821-A03F-0D47-AC3E-1DEDF68F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67830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7CF1F-09E5-9B46-BF59-BC9FCD6D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90B5FC-B57E-8F41-ACD3-C66511F47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I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380961-0264-6147-A9D4-B204141E4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C65D5C-3EE6-4249-8553-1998898B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85D6FC-9555-1440-BC71-88BD2CC4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7C5411-1EFD-C448-A91E-569DA5F3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233032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80FBB-3D01-0340-B770-AFE54510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3FA09F-7841-8A40-9A6C-10CCFAA93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A410A0-A199-4C4D-A079-1D56092C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8AF84F-0CFB-C047-865C-AAB7C29A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9B67C-7536-7746-929B-60221AEC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244522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74DA4A-5C47-E940-924D-BE9456356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B93591-7256-7343-809A-64D36A147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BD7D6-50F2-AE41-ABAF-C0FCDD6C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1C96A8-6F9C-2C4C-B050-E9300A0F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28B265-2767-DC48-9B08-36F620C7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127949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97F294-13D1-7049-B621-3F6F21CE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I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C08E25-F73C-8046-8927-AFB359F25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I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CEDC33-D70C-4A4D-8906-564DA6272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52BE5-F8C2-BC4E-AE94-A3D19284049C}" type="datetimeFigureOut">
              <a:rPr lang="es-IE" smtClean="0"/>
              <a:t>7/4/26</a:t>
            </a:fld>
            <a:endParaRPr lang="es-I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C5AFB0-526A-8F42-ABCA-70E1249E9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I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72C02-16F9-5E4C-AFD9-51D7EE58D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DDBB3-96EC-064B-A23B-DD9A5D0ADA7C}" type="slidenum">
              <a:rPr lang="es-IE" smtClean="0"/>
              <a:t>‹Nº›</a:t>
            </a:fld>
            <a:endParaRPr lang="es-IE"/>
          </a:p>
        </p:txBody>
      </p:sp>
    </p:spTree>
    <p:extLst>
      <p:ext uri="{BB962C8B-B14F-4D97-AF65-F5344CB8AC3E}">
        <p14:creationId xmlns:p14="http://schemas.microsoft.com/office/powerpoint/2010/main" val="131083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I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4FE848C-7415-9C4B-A01B-DE364A172E77}"/>
              </a:ext>
            </a:extLst>
          </p:cNvPr>
          <p:cNvSpPr txBox="1"/>
          <p:nvPr/>
        </p:nvSpPr>
        <p:spPr>
          <a:xfrm>
            <a:off x="444843" y="790832"/>
            <a:ext cx="457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I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B7E1CA5-3CB3-DC49-B6C1-818871BC584A}"/>
              </a:ext>
            </a:extLst>
          </p:cNvPr>
          <p:cNvSpPr txBox="1"/>
          <p:nvPr/>
        </p:nvSpPr>
        <p:spPr>
          <a:xfrm>
            <a:off x="8073081" y="1696992"/>
            <a:ext cx="243016" cy="2553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IE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222E0FD2-58B6-244A-A591-F955A37DD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3743"/>
              </p:ext>
            </p:extLst>
          </p:nvPr>
        </p:nvGraphicFramePr>
        <p:xfrm>
          <a:off x="544530" y="790832"/>
          <a:ext cx="9411583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9883">
                  <a:extLst>
                    <a:ext uri="{9D8B030D-6E8A-4147-A177-3AD203B41FA5}">
                      <a16:colId xmlns:a16="http://schemas.microsoft.com/office/drawing/2014/main" val="1569735821"/>
                    </a:ext>
                  </a:extLst>
                </a:gridCol>
                <a:gridCol w="481747">
                  <a:extLst>
                    <a:ext uri="{9D8B030D-6E8A-4147-A177-3AD203B41FA5}">
                      <a16:colId xmlns:a16="http://schemas.microsoft.com/office/drawing/2014/main" val="693458636"/>
                    </a:ext>
                  </a:extLst>
                </a:gridCol>
                <a:gridCol w="521313">
                  <a:extLst>
                    <a:ext uri="{9D8B030D-6E8A-4147-A177-3AD203B41FA5}">
                      <a16:colId xmlns:a16="http://schemas.microsoft.com/office/drawing/2014/main" val="719820242"/>
                    </a:ext>
                  </a:extLst>
                </a:gridCol>
                <a:gridCol w="527596">
                  <a:extLst>
                    <a:ext uri="{9D8B030D-6E8A-4147-A177-3AD203B41FA5}">
                      <a16:colId xmlns:a16="http://schemas.microsoft.com/office/drawing/2014/main" val="20371299"/>
                    </a:ext>
                  </a:extLst>
                </a:gridCol>
                <a:gridCol w="571564">
                  <a:extLst>
                    <a:ext uri="{9D8B030D-6E8A-4147-A177-3AD203B41FA5}">
                      <a16:colId xmlns:a16="http://schemas.microsoft.com/office/drawing/2014/main" val="2355163440"/>
                    </a:ext>
                  </a:extLst>
                </a:gridCol>
                <a:gridCol w="542529">
                  <a:extLst>
                    <a:ext uri="{9D8B030D-6E8A-4147-A177-3AD203B41FA5}">
                      <a16:colId xmlns:a16="http://schemas.microsoft.com/office/drawing/2014/main" val="3387178059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1068799894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188604953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2605451618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3512127694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1602809349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3948906670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1997742222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555087653"/>
                    </a:ext>
                  </a:extLst>
                </a:gridCol>
                <a:gridCol w="627439">
                  <a:extLst>
                    <a:ext uri="{9D8B030D-6E8A-4147-A177-3AD203B41FA5}">
                      <a16:colId xmlns:a16="http://schemas.microsoft.com/office/drawing/2014/main" val="3775544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Bilabial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Labio-dental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Inter-dental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Alveolar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Palatal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Velar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7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</a:t>
                      </a:r>
                      <a:endParaRPr lang="es-IE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234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Oclusiva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5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Africada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ʧ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51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Fricativa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ʝ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633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ɲ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2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Vib. sim.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ɾ</a:t>
                      </a:r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Vib. mult.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I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I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48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860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</Words>
  <Application>Microsoft Macintosh PowerPoint</Application>
  <PresentationFormat>Panorámica</PresentationFormat>
  <Paragraphs>46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Ignacio Moreno Torres Sanchez</dc:creator>
  <cp:lastModifiedBy>Ignacio Moreno-Torres</cp:lastModifiedBy>
  <cp:revision>2</cp:revision>
  <dcterms:created xsi:type="dcterms:W3CDTF">2020-10-21T16:28:12Z</dcterms:created>
  <dcterms:modified xsi:type="dcterms:W3CDTF">2026-07-04T09:45:05Z</dcterms:modified>
</cp:coreProperties>
</file>
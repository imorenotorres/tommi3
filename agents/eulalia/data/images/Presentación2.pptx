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51"/>
    <p:restoredTop sz="94597"/>
  </p:normalViewPr>
  <p:slideViewPr>
    <p:cSldViewPr snapToGrid="0">
      <p:cViewPr varScale="1">
        <p:scale>
          <a:sx n="88" d="100"/>
          <a:sy n="88" d="100"/>
        </p:scale>
        <p:origin x="8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F81630-2256-934B-8CE5-7BA614F3053C}" type="doc">
      <dgm:prSet loTypeId="urn:microsoft.com/office/officeart/2024/layout/NumberedLinearArrow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568EAD42-B1B7-3845-B118-368CF72363A5}">
      <dgm:prSet phldrT="[Texto]" custT="1"/>
      <dgm:spPr/>
      <dgm:t>
        <a:bodyPr/>
        <a:lstStyle/>
        <a:p>
          <a:endParaRPr lang="es-ES" sz="2000" dirty="0"/>
        </a:p>
        <a:p>
          <a:r>
            <a:rPr lang="es-ES" sz="2000" dirty="0"/>
            <a:t>Piensa sobre lo que necesitas hacer</a:t>
          </a:r>
          <a:endParaRPr lang="es-ES" sz="1800" b="1" dirty="0"/>
        </a:p>
      </dgm:t>
    </dgm:pt>
    <dgm:pt modelId="{E2661453-00F2-3941-BDDA-DC47596D2B1D}" type="parTrans" cxnId="{2C58DBA7-A3C6-C648-908F-E04D96670A49}">
      <dgm:prSet/>
      <dgm:spPr/>
      <dgm:t>
        <a:bodyPr/>
        <a:lstStyle/>
        <a:p>
          <a:endParaRPr lang="es-ES"/>
        </a:p>
      </dgm:t>
    </dgm:pt>
    <dgm:pt modelId="{33746C30-9C40-7346-9D8D-BE7FF1B45109}" type="sibTrans" cxnId="{2C58DBA7-A3C6-C648-908F-E04D96670A49}">
      <dgm:prSet phldrT="1" phldr="0"/>
      <dgm:spPr/>
      <dgm:t>
        <a:bodyPr/>
        <a:lstStyle/>
        <a:p>
          <a:r>
            <a:rPr lang="es-ES"/>
            <a:t>1</a:t>
          </a:r>
        </a:p>
      </dgm:t>
    </dgm:pt>
    <dgm:pt modelId="{6B7A65CC-FAAF-424D-B433-0F4CE8F263C0}">
      <dgm:prSet phldrT="[Texto]" custT="1"/>
      <dgm:spPr/>
      <dgm:t>
        <a:bodyPr/>
        <a:lstStyle/>
        <a:p>
          <a:br>
            <a:rPr lang="es-ES" sz="2000" dirty="0"/>
          </a:br>
          <a:r>
            <a:rPr lang="es-ES" sz="2000" b="1" dirty="0"/>
            <a:t>Para cada apartado o subapartado</a:t>
          </a:r>
          <a:r>
            <a:rPr lang="es-ES" sz="2000" dirty="0"/>
            <a:t>, redacta tu consulta para la IA </a:t>
          </a:r>
          <a:endParaRPr lang="es-ES" sz="1800" b="1" dirty="0"/>
        </a:p>
      </dgm:t>
    </dgm:pt>
    <dgm:pt modelId="{DBBBF1E1-9569-5A49-9FC1-9996E7D4744C}" type="parTrans" cxnId="{94DF5FF5-0C32-7A42-B50D-46A50D256879}">
      <dgm:prSet/>
      <dgm:spPr/>
      <dgm:t>
        <a:bodyPr/>
        <a:lstStyle/>
        <a:p>
          <a:endParaRPr lang="es-ES"/>
        </a:p>
      </dgm:t>
    </dgm:pt>
    <dgm:pt modelId="{2334BBDB-AD3E-F444-B19E-C74527409763}" type="sibTrans" cxnId="{94DF5FF5-0C32-7A42-B50D-46A50D256879}">
      <dgm:prSet phldrT="3" phldr="0"/>
      <dgm:spPr/>
      <dgm:t>
        <a:bodyPr/>
        <a:lstStyle/>
        <a:p>
          <a:r>
            <a:rPr lang="es-ES"/>
            <a:t>3</a:t>
          </a:r>
        </a:p>
      </dgm:t>
    </dgm:pt>
    <dgm:pt modelId="{424C0F81-F969-AE40-9A24-BA652B213E4A}">
      <dgm:prSet phldrT="[Texto]" custT="1"/>
      <dgm:spPr/>
      <dgm:t>
        <a:bodyPr/>
        <a:lstStyle/>
        <a:p>
          <a:br>
            <a:rPr lang="es-ES" sz="2000" dirty="0"/>
          </a:br>
          <a:r>
            <a:rPr lang="es-ES" sz="2000" b="1" dirty="0"/>
            <a:t>Revisa cada texto, y también la coherencia</a:t>
          </a:r>
          <a:r>
            <a:rPr lang="es-ES" sz="2000" dirty="0"/>
            <a:t> entre todos ellos. </a:t>
          </a:r>
          <a:endParaRPr lang="es-ES" sz="1600" b="1" dirty="0"/>
        </a:p>
      </dgm:t>
    </dgm:pt>
    <dgm:pt modelId="{0A3CFE44-4DB4-854A-AFF2-91679BE2A987}" type="parTrans" cxnId="{A0D7808B-4064-344D-962E-AC1ABFF2A25D}">
      <dgm:prSet/>
      <dgm:spPr/>
      <dgm:t>
        <a:bodyPr/>
        <a:lstStyle/>
        <a:p>
          <a:endParaRPr lang="es-ES"/>
        </a:p>
      </dgm:t>
    </dgm:pt>
    <dgm:pt modelId="{BBC9409B-28F3-054C-8A0A-4EA352BC7723}" type="sibTrans" cxnId="{A0D7808B-4064-344D-962E-AC1ABFF2A25D}">
      <dgm:prSet phldrT="4" phldr="0"/>
      <dgm:spPr/>
      <dgm:t>
        <a:bodyPr/>
        <a:lstStyle/>
        <a:p>
          <a:r>
            <a:rPr lang="es-ES"/>
            <a:t>4</a:t>
          </a:r>
        </a:p>
      </dgm:t>
    </dgm:pt>
    <dgm:pt modelId="{43A15C44-1DAE-724A-B8E3-88E1529BB930}">
      <dgm:prSet phldrT="[Texto]" custT="1"/>
      <dgm:spPr/>
      <dgm:t>
        <a:bodyPr/>
        <a:lstStyle/>
        <a:p>
          <a:br>
            <a:rPr lang="es-ES" sz="1600" dirty="0"/>
          </a:br>
          <a:r>
            <a:rPr lang="es-ES" sz="2000" dirty="0"/>
            <a:t>Crea un índice con los apartados y subapartados principales</a:t>
          </a:r>
          <a:endParaRPr lang="es-ES" sz="1600" dirty="0"/>
        </a:p>
      </dgm:t>
    </dgm:pt>
    <dgm:pt modelId="{21A19786-86EC-9642-A2E8-E1899B201305}" type="parTrans" cxnId="{DDB3E31F-2A57-7740-A34A-22752A4971DF}">
      <dgm:prSet/>
      <dgm:spPr/>
      <dgm:t>
        <a:bodyPr/>
        <a:lstStyle/>
        <a:p>
          <a:endParaRPr lang="es-ES"/>
        </a:p>
      </dgm:t>
    </dgm:pt>
    <dgm:pt modelId="{34D9AFF2-152C-3845-BE59-11AD1971ADD1}" type="sibTrans" cxnId="{DDB3E31F-2A57-7740-A34A-22752A4971DF}">
      <dgm:prSet phldrT="2" phldr="0"/>
      <dgm:spPr/>
      <dgm:t>
        <a:bodyPr/>
        <a:lstStyle/>
        <a:p>
          <a:r>
            <a:rPr lang="es-ES"/>
            <a:t>2</a:t>
          </a:r>
        </a:p>
      </dgm:t>
    </dgm:pt>
    <dgm:pt modelId="{57EBA808-CBDC-9D44-B26E-149313201829}" type="pres">
      <dgm:prSet presAssocID="{95F81630-2256-934B-8CE5-7BA614F3053C}" presName="linearFlow" presStyleCnt="0">
        <dgm:presLayoutVars>
          <dgm:dir/>
          <dgm:animLvl val="lvl"/>
          <dgm:resizeHandles val="exact"/>
        </dgm:presLayoutVars>
      </dgm:prSet>
      <dgm:spPr/>
    </dgm:pt>
    <dgm:pt modelId="{8B1CE9CB-101E-894B-A3AC-912F948580B7}" type="pres">
      <dgm:prSet presAssocID="{568EAD42-B1B7-3845-B118-368CF72363A5}" presName="compositeNode" presStyleCnt="0"/>
      <dgm:spPr/>
    </dgm:pt>
    <dgm:pt modelId="{88FA8B16-304C-6E47-8160-25EF501F5B28}" type="pres">
      <dgm:prSet presAssocID="{568EAD42-B1B7-3845-B118-368CF72363A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3F2341E-9561-4349-A029-8B2F4A96CD40}" type="pres">
      <dgm:prSet presAssocID="{568EAD42-B1B7-3845-B118-368CF72363A5}" presName="parSh" presStyleCnt="0"/>
      <dgm:spPr/>
    </dgm:pt>
    <dgm:pt modelId="{A33D49F0-FF3A-994A-AE1B-C220DCF5284F}" type="pres">
      <dgm:prSet presAssocID="{568EAD42-B1B7-3845-B118-368CF72363A5}" presName="lineNode" presStyleLbl="alignNode1" presStyleIdx="0" presStyleCnt="12"/>
      <dgm:spPr/>
    </dgm:pt>
    <dgm:pt modelId="{126CC87A-50B2-9046-9D73-27FF4CA114EB}" type="pres">
      <dgm:prSet presAssocID="{568EAD42-B1B7-3845-B118-368CF72363A5}" presName="lineArrowNode" presStyleLbl="alignNode1" presStyleIdx="1" presStyleCnt="12"/>
      <dgm:spPr/>
    </dgm:pt>
    <dgm:pt modelId="{F27B53C8-27E1-C84D-AA49-D5030E22798D}" type="pres">
      <dgm:prSet presAssocID="{33746C30-9C40-7346-9D8D-BE7FF1B45109}" presName="sibTransNodeCircle" presStyleLbl="alignNode1" presStyleIdx="2" presStyleCnt="12">
        <dgm:presLayoutVars>
          <dgm:chMax val="0"/>
          <dgm:bulletEnabled/>
        </dgm:presLayoutVars>
      </dgm:prSet>
      <dgm:spPr/>
    </dgm:pt>
    <dgm:pt modelId="{6666C671-BD8D-D041-AF79-997C93DFAF06}" type="pres">
      <dgm:prSet presAssocID="{33746C30-9C40-7346-9D8D-BE7FF1B45109}" presName="spacerBetweenCircleAndCallout" presStyleCnt="0">
        <dgm:presLayoutVars/>
      </dgm:prSet>
      <dgm:spPr/>
    </dgm:pt>
    <dgm:pt modelId="{405B039D-C1D5-894A-865C-4DB547A7C1C0}" type="pres">
      <dgm:prSet presAssocID="{33746C30-9C40-7346-9D8D-BE7FF1B45109}" presName="verticalConnector" presStyleLbl="alignAccFollowNode1" presStyleIdx="0" presStyleCnt="4"/>
      <dgm:spPr/>
    </dgm:pt>
    <dgm:pt modelId="{34996EFF-0E97-2C4B-B620-0D3E1D245093}" type="pres">
      <dgm:prSet presAssocID="{568EAD42-B1B7-3845-B118-368CF72363A5}" presName="nodeText" presStyleLbl="fgAcc1" presStyleIdx="0" presStyleCnt="4">
        <dgm:presLayoutVars>
          <dgm:bulletEnabled val="1"/>
        </dgm:presLayoutVars>
      </dgm:prSet>
      <dgm:spPr/>
    </dgm:pt>
    <dgm:pt modelId="{D96D54D8-2EB0-314C-BE89-EAB03D9AF03F}" type="pres">
      <dgm:prSet presAssocID="{33746C30-9C40-7346-9D8D-BE7FF1B45109}" presName="sibTransComposite" presStyleCnt="0"/>
      <dgm:spPr/>
    </dgm:pt>
    <dgm:pt modelId="{A1357C71-711A-384F-9B6A-2CE7ABB0067F}" type="pres">
      <dgm:prSet presAssocID="{43A15C44-1DAE-724A-B8E3-88E1529BB930}" presName="compositeNode" presStyleCnt="0"/>
      <dgm:spPr/>
    </dgm:pt>
    <dgm:pt modelId="{F2BB24A9-8CC3-1B4A-8317-47CA1C7F4C7B}" type="pres">
      <dgm:prSet presAssocID="{43A15C44-1DAE-724A-B8E3-88E1529BB93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3438E01-8128-BA4E-B46D-B820C6F34216}" type="pres">
      <dgm:prSet presAssocID="{43A15C44-1DAE-724A-B8E3-88E1529BB930}" presName="parSh" presStyleCnt="0"/>
      <dgm:spPr/>
    </dgm:pt>
    <dgm:pt modelId="{6AC15C0A-F12A-864F-A134-A171D52EE35A}" type="pres">
      <dgm:prSet presAssocID="{43A15C44-1DAE-724A-B8E3-88E1529BB930}" presName="lineNode" presStyleLbl="alignNode1" presStyleIdx="3" presStyleCnt="12"/>
      <dgm:spPr/>
    </dgm:pt>
    <dgm:pt modelId="{9DFB198E-6D9B-E248-9A57-231DAD6742B6}" type="pres">
      <dgm:prSet presAssocID="{43A15C44-1DAE-724A-B8E3-88E1529BB930}" presName="lineArrowNode" presStyleLbl="alignNode1" presStyleIdx="4" presStyleCnt="12"/>
      <dgm:spPr/>
    </dgm:pt>
    <dgm:pt modelId="{28818BF2-D840-1143-AFDC-8B23DF7BA22B}" type="pres">
      <dgm:prSet presAssocID="{34D9AFF2-152C-3845-BE59-11AD1971ADD1}" presName="sibTransNodeCircle" presStyleLbl="alignNode1" presStyleIdx="5" presStyleCnt="12">
        <dgm:presLayoutVars>
          <dgm:chMax val="0"/>
          <dgm:bulletEnabled/>
        </dgm:presLayoutVars>
      </dgm:prSet>
      <dgm:spPr/>
    </dgm:pt>
    <dgm:pt modelId="{27D79FE9-C7F8-6942-9D6D-AFD517F256BE}" type="pres">
      <dgm:prSet presAssocID="{34D9AFF2-152C-3845-BE59-11AD1971ADD1}" presName="spacerBetweenCircleAndCallout" presStyleCnt="0">
        <dgm:presLayoutVars/>
      </dgm:prSet>
      <dgm:spPr/>
    </dgm:pt>
    <dgm:pt modelId="{5E7C84E2-DCCA-F943-BF13-1D2408FD4668}" type="pres">
      <dgm:prSet presAssocID="{34D9AFF2-152C-3845-BE59-11AD1971ADD1}" presName="verticalConnector" presStyleLbl="alignAccFollowNode1" presStyleIdx="1" presStyleCnt="4"/>
      <dgm:spPr/>
    </dgm:pt>
    <dgm:pt modelId="{13304063-4896-B34B-825E-FF1C87CB972D}" type="pres">
      <dgm:prSet presAssocID="{43A15C44-1DAE-724A-B8E3-88E1529BB930}" presName="nodeText" presStyleLbl="fgAcc1" presStyleIdx="1" presStyleCnt="4">
        <dgm:presLayoutVars>
          <dgm:bulletEnabled val="1"/>
        </dgm:presLayoutVars>
      </dgm:prSet>
      <dgm:spPr/>
    </dgm:pt>
    <dgm:pt modelId="{D61449CE-A086-8747-B5C3-907A602F0814}" type="pres">
      <dgm:prSet presAssocID="{34D9AFF2-152C-3845-BE59-11AD1971ADD1}" presName="sibTransComposite" presStyleCnt="0"/>
      <dgm:spPr/>
    </dgm:pt>
    <dgm:pt modelId="{ACD18273-8333-6748-8055-549719C5A2B5}" type="pres">
      <dgm:prSet presAssocID="{6B7A65CC-FAAF-424D-B433-0F4CE8F263C0}" presName="compositeNode" presStyleCnt="0"/>
      <dgm:spPr/>
    </dgm:pt>
    <dgm:pt modelId="{0943EF2E-A0A5-DB4D-8EE9-AF06B3CA8936}" type="pres">
      <dgm:prSet presAssocID="{6B7A65CC-FAAF-424D-B433-0F4CE8F263C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85CC60C-0291-9840-9031-0D6E9ECA7295}" type="pres">
      <dgm:prSet presAssocID="{6B7A65CC-FAAF-424D-B433-0F4CE8F263C0}" presName="parSh" presStyleCnt="0"/>
      <dgm:spPr/>
    </dgm:pt>
    <dgm:pt modelId="{9A13EACD-AF7F-8345-81D6-35E57C8F5A9A}" type="pres">
      <dgm:prSet presAssocID="{6B7A65CC-FAAF-424D-B433-0F4CE8F263C0}" presName="lineNode" presStyleLbl="alignNode1" presStyleIdx="6" presStyleCnt="12"/>
      <dgm:spPr/>
    </dgm:pt>
    <dgm:pt modelId="{A2F1025A-3929-474E-9C59-A09B89A943C7}" type="pres">
      <dgm:prSet presAssocID="{6B7A65CC-FAAF-424D-B433-0F4CE8F263C0}" presName="lineArrowNode" presStyleLbl="alignNode1" presStyleIdx="7" presStyleCnt="12"/>
      <dgm:spPr/>
    </dgm:pt>
    <dgm:pt modelId="{A03B0B21-F6E4-4A41-A4DE-BE74221F0CE3}" type="pres">
      <dgm:prSet presAssocID="{2334BBDB-AD3E-F444-B19E-C74527409763}" presName="sibTransNodeCircle" presStyleLbl="alignNode1" presStyleIdx="8" presStyleCnt="12">
        <dgm:presLayoutVars>
          <dgm:chMax val="0"/>
          <dgm:bulletEnabled/>
        </dgm:presLayoutVars>
      </dgm:prSet>
      <dgm:spPr/>
    </dgm:pt>
    <dgm:pt modelId="{41EAC3EA-5236-9E43-8AD1-B2AF895CE0C0}" type="pres">
      <dgm:prSet presAssocID="{2334BBDB-AD3E-F444-B19E-C74527409763}" presName="spacerBetweenCircleAndCallout" presStyleCnt="0">
        <dgm:presLayoutVars/>
      </dgm:prSet>
      <dgm:spPr/>
    </dgm:pt>
    <dgm:pt modelId="{24430A25-F56A-0B48-90C0-B298059DC12A}" type="pres">
      <dgm:prSet presAssocID="{2334BBDB-AD3E-F444-B19E-C74527409763}" presName="verticalConnector" presStyleLbl="alignAccFollowNode1" presStyleIdx="2" presStyleCnt="4"/>
      <dgm:spPr/>
    </dgm:pt>
    <dgm:pt modelId="{BA82ABBB-654A-7A4B-9724-986711DBD283}" type="pres">
      <dgm:prSet presAssocID="{6B7A65CC-FAAF-424D-B433-0F4CE8F263C0}" presName="nodeText" presStyleLbl="fgAcc1" presStyleIdx="2" presStyleCnt="4">
        <dgm:presLayoutVars>
          <dgm:bulletEnabled val="1"/>
        </dgm:presLayoutVars>
      </dgm:prSet>
      <dgm:spPr/>
    </dgm:pt>
    <dgm:pt modelId="{8954DA73-C834-094F-B449-CC5B40A03151}" type="pres">
      <dgm:prSet presAssocID="{2334BBDB-AD3E-F444-B19E-C74527409763}" presName="sibTransComposite" presStyleCnt="0"/>
      <dgm:spPr/>
    </dgm:pt>
    <dgm:pt modelId="{36377322-4005-8046-A810-843733A3427F}" type="pres">
      <dgm:prSet presAssocID="{424C0F81-F969-AE40-9A24-BA652B213E4A}" presName="compositeNode" presStyleCnt="0"/>
      <dgm:spPr/>
    </dgm:pt>
    <dgm:pt modelId="{B47FBC6D-83E3-4344-B328-D2D62F849C73}" type="pres">
      <dgm:prSet presAssocID="{424C0F81-F969-AE40-9A24-BA652B213E4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40B16DB-4D18-0748-92EE-601C466E3810}" type="pres">
      <dgm:prSet presAssocID="{424C0F81-F969-AE40-9A24-BA652B213E4A}" presName="parSh" presStyleCnt="0"/>
      <dgm:spPr/>
    </dgm:pt>
    <dgm:pt modelId="{8064ED9D-48A9-8F4F-B7E3-629945E07ABC}" type="pres">
      <dgm:prSet presAssocID="{424C0F81-F969-AE40-9A24-BA652B213E4A}" presName="lineNode" presStyleLbl="alignNode1" presStyleIdx="9" presStyleCnt="12"/>
      <dgm:spPr/>
    </dgm:pt>
    <dgm:pt modelId="{E04B94AD-75A9-2540-ABB8-9F89927DA249}" type="pres">
      <dgm:prSet presAssocID="{424C0F81-F969-AE40-9A24-BA652B213E4A}" presName="lineArrowNode" presStyleLbl="alignNode1" presStyleIdx="10" presStyleCnt="12"/>
      <dgm:spPr/>
    </dgm:pt>
    <dgm:pt modelId="{EC835FEA-2EEE-DC4A-97C3-473555BC219E}" type="pres">
      <dgm:prSet presAssocID="{BBC9409B-28F3-054C-8A0A-4EA352BC7723}" presName="sibTransNodeCircle" presStyleLbl="alignNode1" presStyleIdx="11" presStyleCnt="12">
        <dgm:presLayoutVars>
          <dgm:chMax val="0"/>
          <dgm:bulletEnabled/>
        </dgm:presLayoutVars>
      </dgm:prSet>
      <dgm:spPr/>
    </dgm:pt>
    <dgm:pt modelId="{2CC0E9F2-F1CF-EB45-8805-58965F46A40C}" type="pres">
      <dgm:prSet presAssocID="{BBC9409B-28F3-054C-8A0A-4EA352BC7723}" presName="spacerBetweenCircleAndCallout" presStyleCnt="0">
        <dgm:presLayoutVars/>
      </dgm:prSet>
      <dgm:spPr/>
    </dgm:pt>
    <dgm:pt modelId="{874EA103-A356-3D45-9B64-F7808A2AB3A4}" type="pres">
      <dgm:prSet presAssocID="{BBC9409B-28F3-054C-8A0A-4EA352BC7723}" presName="verticalConnector" presStyleLbl="alignAccFollowNode1" presStyleIdx="3" presStyleCnt="4"/>
      <dgm:spPr/>
    </dgm:pt>
    <dgm:pt modelId="{C1307A1A-058F-5548-A957-A30CABAFD12F}" type="pres">
      <dgm:prSet presAssocID="{424C0F81-F969-AE40-9A24-BA652B213E4A}" presName="nodeText" presStyleLbl="fgAcc1" presStyleIdx="3" presStyleCnt="4">
        <dgm:presLayoutVars>
          <dgm:bulletEnabled val="1"/>
        </dgm:presLayoutVars>
      </dgm:prSet>
      <dgm:spPr/>
    </dgm:pt>
  </dgm:ptLst>
  <dgm:cxnLst>
    <dgm:cxn modelId="{DDB3E31F-2A57-7740-A34A-22752A4971DF}" srcId="{95F81630-2256-934B-8CE5-7BA614F3053C}" destId="{43A15C44-1DAE-724A-B8E3-88E1529BB930}" srcOrd="1" destOrd="0" parTransId="{21A19786-86EC-9642-A2E8-E1899B201305}" sibTransId="{34D9AFF2-152C-3845-BE59-11AD1971ADD1}"/>
    <dgm:cxn modelId="{AC790225-3F01-4243-A0A8-1390A3497C9D}" type="presOf" srcId="{43A15C44-1DAE-724A-B8E3-88E1529BB930}" destId="{9DFB198E-6D9B-E248-9A57-231DAD6742B6}" srcOrd="0" destOrd="0" presId="urn:microsoft.com/office/officeart/2024/layout/NumberedLinearArrowProcess"/>
    <dgm:cxn modelId="{11C2D038-D9D7-6040-9F54-5F00E43F0A28}" type="presOf" srcId="{33746C30-9C40-7346-9D8D-BE7FF1B45109}" destId="{F27B53C8-27E1-C84D-AA49-D5030E22798D}" srcOrd="0" destOrd="0" presId="urn:microsoft.com/office/officeart/2024/layout/NumberedLinearArrowProcess"/>
    <dgm:cxn modelId="{3BC9C047-581F-CF42-BDF0-C0678295C8B7}" type="presOf" srcId="{6B7A65CC-FAAF-424D-B433-0F4CE8F263C0}" destId="{BA82ABBB-654A-7A4B-9724-986711DBD283}" srcOrd="1" destOrd="0" presId="urn:microsoft.com/office/officeart/2024/layout/NumberedLinearArrowProcess"/>
    <dgm:cxn modelId="{09E54C49-7ACE-634D-B134-2DC1173FE9FA}" type="presOf" srcId="{2334BBDB-AD3E-F444-B19E-C74527409763}" destId="{A03B0B21-F6E4-4A41-A4DE-BE74221F0CE3}" srcOrd="0" destOrd="0" presId="urn:microsoft.com/office/officeart/2024/layout/NumberedLinearArrowProcess"/>
    <dgm:cxn modelId="{45F8C05E-ED94-4B42-BE11-0DD923F44DF4}" type="presOf" srcId="{6B7A65CC-FAAF-424D-B433-0F4CE8F263C0}" destId="{A2F1025A-3929-474E-9C59-A09B89A943C7}" srcOrd="0" destOrd="0" presId="urn:microsoft.com/office/officeart/2024/layout/NumberedLinearArrowProcess"/>
    <dgm:cxn modelId="{32605661-92B7-0447-B4DA-D72162B173F1}" type="presOf" srcId="{568EAD42-B1B7-3845-B118-368CF72363A5}" destId="{34996EFF-0E97-2C4B-B620-0D3E1D245093}" srcOrd="1" destOrd="0" presId="urn:microsoft.com/office/officeart/2024/layout/NumberedLinearArrowProcess"/>
    <dgm:cxn modelId="{22E9197B-D50B-3C44-8263-2ADE83097056}" type="presOf" srcId="{95F81630-2256-934B-8CE5-7BA614F3053C}" destId="{57EBA808-CBDC-9D44-B26E-149313201829}" srcOrd="0" destOrd="0" presId="urn:microsoft.com/office/officeart/2024/layout/NumberedLinearArrowProcess"/>
    <dgm:cxn modelId="{A0D7808B-4064-344D-962E-AC1ABFF2A25D}" srcId="{95F81630-2256-934B-8CE5-7BA614F3053C}" destId="{424C0F81-F969-AE40-9A24-BA652B213E4A}" srcOrd="3" destOrd="0" parTransId="{0A3CFE44-4DB4-854A-AFF2-91679BE2A987}" sibTransId="{BBC9409B-28F3-054C-8A0A-4EA352BC7723}"/>
    <dgm:cxn modelId="{6384419B-1B75-8041-9D56-79D8634685BA}" type="presOf" srcId="{424C0F81-F969-AE40-9A24-BA652B213E4A}" destId="{C1307A1A-058F-5548-A957-A30CABAFD12F}" srcOrd="1" destOrd="0" presId="urn:microsoft.com/office/officeart/2024/layout/NumberedLinearArrowProcess"/>
    <dgm:cxn modelId="{2C58DBA7-A3C6-C648-908F-E04D96670A49}" srcId="{95F81630-2256-934B-8CE5-7BA614F3053C}" destId="{568EAD42-B1B7-3845-B118-368CF72363A5}" srcOrd="0" destOrd="0" parTransId="{E2661453-00F2-3941-BDDA-DC47596D2B1D}" sibTransId="{33746C30-9C40-7346-9D8D-BE7FF1B45109}"/>
    <dgm:cxn modelId="{500258B7-5172-2347-A171-A02FAC3AD166}" type="presOf" srcId="{568EAD42-B1B7-3845-B118-368CF72363A5}" destId="{126CC87A-50B2-9046-9D73-27FF4CA114EB}" srcOrd="0" destOrd="0" presId="urn:microsoft.com/office/officeart/2024/layout/NumberedLinearArrowProcess"/>
    <dgm:cxn modelId="{2AAD62BF-4778-F146-B3F0-39C9BB54D0E4}" type="presOf" srcId="{34D9AFF2-152C-3845-BE59-11AD1971ADD1}" destId="{28818BF2-D840-1143-AFDC-8B23DF7BA22B}" srcOrd="0" destOrd="0" presId="urn:microsoft.com/office/officeart/2024/layout/NumberedLinearArrowProcess"/>
    <dgm:cxn modelId="{C41F50EF-C32F-EB43-9AB7-9DB9E74CF337}" type="presOf" srcId="{424C0F81-F969-AE40-9A24-BA652B213E4A}" destId="{E04B94AD-75A9-2540-ABB8-9F89927DA249}" srcOrd="0" destOrd="0" presId="urn:microsoft.com/office/officeart/2024/layout/NumberedLinearArrowProcess"/>
    <dgm:cxn modelId="{94DF5FF5-0C32-7A42-B50D-46A50D256879}" srcId="{95F81630-2256-934B-8CE5-7BA614F3053C}" destId="{6B7A65CC-FAAF-424D-B433-0F4CE8F263C0}" srcOrd="2" destOrd="0" parTransId="{DBBBF1E1-9569-5A49-9FC1-9996E7D4744C}" sibTransId="{2334BBDB-AD3E-F444-B19E-C74527409763}"/>
    <dgm:cxn modelId="{041B7CF5-E8E3-1F4C-8CCA-18C91EBBFDC4}" type="presOf" srcId="{BBC9409B-28F3-054C-8A0A-4EA352BC7723}" destId="{EC835FEA-2EEE-DC4A-97C3-473555BC219E}" srcOrd="0" destOrd="0" presId="urn:microsoft.com/office/officeart/2024/layout/NumberedLinearArrowProcess"/>
    <dgm:cxn modelId="{0685D8FF-E19E-BA48-A6DB-15C0D95EBC6E}" type="presOf" srcId="{43A15C44-1DAE-724A-B8E3-88E1529BB930}" destId="{13304063-4896-B34B-825E-FF1C87CB972D}" srcOrd="1" destOrd="0" presId="urn:microsoft.com/office/officeart/2024/layout/NumberedLinearArrowProcess"/>
    <dgm:cxn modelId="{D5ACC168-E48F-1542-B495-35007740758F}" type="presParOf" srcId="{57EBA808-CBDC-9D44-B26E-149313201829}" destId="{8B1CE9CB-101E-894B-A3AC-912F948580B7}" srcOrd="0" destOrd="0" presId="urn:microsoft.com/office/officeart/2024/layout/NumberedLinearArrowProcess"/>
    <dgm:cxn modelId="{4A76858F-8E44-D74F-9C49-B3F2905D49AC}" type="presParOf" srcId="{8B1CE9CB-101E-894B-A3AC-912F948580B7}" destId="{88FA8B16-304C-6E47-8160-25EF501F5B28}" srcOrd="0" destOrd="0" presId="urn:microsoft.com/office/officeart/2024/layout/NumberedLinearArrowProcess"/>
    <dgm:cxn modelId="{ECE0496C-03DD-DC46-B3D1-6806F5BF1256}" type="presParOf" srcId="{8B1CE9CB-101E-894B-A3AC-912F948580B7}" destId="{23F2341E-9561-4349-A029-8B2F4A96CD40}" srcOrd="1" destOrd="0" presId="urn:microsoft.com/office/officeart/2024/layout/NumberedLinearArrowProcess"/>
    <dgm:cxn modelId="{0178E85B-A5CC-EC4F-9C10-A8256C147710}" type="presParOf" srcId="{23F2341E-9561-4349-A029-8B2F4A96CD40}" destId="{A33D49F0-FF3A-994A-AE1B-C220DCF5284F}" srcOrd="0" destOrd="0" presId="urn:microsoft.com/office/officeart/2024/layout/NumberedLinearArrowProcess"/>
    <dgm:cxn modelId="{0DDBFF9E-C011-624E-A228-B73E13A79C6C}" type="presParOf" srcId="{23F2341E-9561-4349-A029-8B2F4A96CD40}" destId="{126CC87A-50B2-9046-9D73-27FF4CA114EB}" srcOrd="1" destOrd="0" presId="urn:microsoft.com/office/officeart/2024/layout/NumberedLinearArrowProcess"/>
    <dgm:cxn modelId="{2426A75D-A4B2-974F-8E17-E4D094833BAB}" type="presParOf" srcId="{23F2341E-9561-4349-A029-8B2F4A96CD40}" destId="{F27B53C8-27E1-C84D-AA49-D5030E22798D}" srcOrd="2" destOrd="0" presId="urn:microsoft.com/office/officeart/2024/layout/NumberedLinearArrowProcess"/>
    <dgm:cxn modelId="{2338AA0B-54E2-E844-9E8B-4213B1D03497}" type="presParOf" srcId="{23F2341E-9561-4349-A029-8B2F4A96CD40}" destId="{6666C671-BD8D-D041-AF79-997C93DFAF06}" srcOrd="3" destOrd="0" presId="urn:microsoft.com/office/officeart/2024/layout/NumberedLinearArrowProcess"/>
    <dgm:cxn modelId="{8B08D77B-B722-E14D-8DF7-244E5EF5FB46}" type="presParOf" srcId="{23F2341E-9561-4349-A029-8B2F4A96CD40}" destId="{405B039D-C1D5-894A-865C-4DB547A7C1C0}" srcOrd="4" destOrd="0" presId="urn:microsoft.com/office/officeart/2024/layout/NumberedLinearArrowProcess"/>
    <dgm:cxn modelId="{98044A6E-7EBC-D247-8A72-64A560F15C80}" type="presParOf" srcId="{8B1CE9CB-101E-894B-A3AC-912F948580B7}" destId="{34996EFF-0E97-2C4B-B620-0D3E1D245093}" srcOrd="2" destOrd="0" presId="urn:microsoft.com/office/officeart/2024/layout/NumberedLinearArrowProcess"/>
    <dgm:cxn modelId="{187AFCCC-4E87-264A-AED4-FE5CAABE99F8}" type="presParOf" srcId="{57EBA808-CBDC-9D44-B26E-149313201829}" destId="{D96D54D8-2EB0-314C-BE89-EAB03D9AF03F}" srcOrd="1" destOrd="0" presId="urn:microsoft.com/office/officeart/2024/layout/NumberedLinearArrowProcess"/>
    <dgm:cxn modelId="{46511251-A469-554F-A079-3002A9BBE552}" type="presParOf" srcId="{57EBA808-CBDC-9D44-B26E-149313201829}" destId="{A1357C71-711A-384F-9B6A-2CE7ABB0067F}" srcOrd="2" destOrd="0" presId="urn:microsoft.com/office/officeart/2024/layout/NumberedLinearArrowProcess"/>
    <dgm:cxn modelId="{A35A10DC-573B-104E-8A41-CB1C7F089F42}" type="presParOf" srcId="{A1357C71-711A-384F-9B6A-2CE7ABB0067F}" destId="{F2BB24A9-8CC3-1B4A-8317-47CA1C7F4C7B}" srcOrd="0" destOrd="0" presId="urn:microsoft.com/office/officeart/2024/layout/NumberedLinearArrowProcess"/>
    <dgm:cxn modelId="{815F2416-0C94-F143-AA7E-A98085DA585C}" type="presParOf" srcId="{A1357C71-711A-384F-9B6A-2CE7ABB0067F}" destId="{F3438E01-8128-BA4E-B46D-B820C6F34216}" srcOrd="1" destOrd="0" presId="urn:microsoft.com/office/officeart/2024/layout/NumberedLinearArrowProcess"/>
    <dgm:cxn modelId="{9B73ED38-C790-414F-89A7-66CB9C31C2AE}" type="presParOf" srcId="{F3438E01-8128-BA4E-B46D-B820C6F34216}" destId="{6AC15C0A-F12A-864F-A134-A171D52EE35A}" srcOrd="0" destOrd="0" presId="urn:microsoft.com/office/officeart/2024/layout/NumberedLinearArrowProcess"/>
    <dgm:cxn modelId="{D6A9D183-825E-5C45-B852-B9CF4F88304C}" type="presParOf" srcId="{F3438E01-8128-BA4E-B46D-B820C6F34216}" destId="{9DFB198E-6D9B-E248-9A57-231DAD6742B6}" srcOrd="1" destOrd="0" presId="urn:microsoft.com/office/officeart/2024/layout/NumberedLinearArrowProcess"/>
    <dgm:cxn modelId="{D0392497-FD59-A045-A6E4-2B9D708DF4B0}" type="presParOf" srcId="{F3438E01-8128-BA4E-B46D-B820C6F34216}" destId="{28818BF2-D840-1143-AFDC-8B23DF7BA22B}" srcOrd="2" destOrd="0" presId="urn:microsoft.com/office/officeart/2024/layout/NumberedLinearArrowProcess"/>
    <dgm:cxn modelId="{17B8BEFB-60D0-D840-8B4E-8D5F76FFA209}" type="presParOf" srcId="{F3438E01-8128-BA4E-B46D-B820C6F34216}" destId="{27D79FE9-C7F8-6942-9D6D-AFD517F256BE}" srcOrd="3" destOrd="0" presId="urn:microsoft.com/office/officeart/2024/layout/NumberedLinearArrowProcess"/>
    <dgm:cxn modelId="{1D813A6D-E781-3646-AE51-DC7F6BC5AC25}" type="presParOf" srcId="{F3438E01-8128-BA4E-B46D-B820C6F34216}" destId="{5E7C84E2-DCCA-F943-BF13-1D2408FD4668}" srcOrd="4" destOrd="0" presId="urn:microsoft.com/office/officeart/2024/layout/NumberedLinearArrowProcess"/>
    <dgm:cxn modelId="{9A6E2DCB-8CE7-FB40-8DC3-CEF82C5EE713}" type="presParOf" srcId="{A1357C71-711A-384F-9B6A-2CE7ABB0067F}" destId="{13304063-4896-B34B-825E-FF1C87CB972D}" srcOrd="2" destOrd="0" presId="urn:microsoft.com/office/officeart/2024/layout/NumberedLinearArrowProcess"/>
    <dgm:cxn modelId="{00E0D9DE-DF79-FA44-A984-AA10936262FD}" type="presParOf" srcId="{57EBA808-CBDC-9D44-B26E-149313201829}" destId="{D61449CE-A086-8747-B5C3-907A602F0814}" srcOrd="3" destOrd="0" presId="urn:microsoft.com/office/officeart/2024/layout/NumberedLinearArrowProcess"/>
    <dgm:cxn modelId="{BA199D25-1210-8B49-A800-D3DD81A7B4B9}" type="presParOf" srcId="{57EBA808-CBDC-9D44-B26E-149313201829}" destId="{ACD18273-8333-6748-8055-549719C5A2B5}" srcOrd="4" destOrd="0" presId="urn:microsoft.com/office/officeart/2024/layout/NumberedLinearArrowProcess"/>
    <dgm:cxn modelId="{20F7322B-C09F-6348-B4A7-7D3B63DA9BE6}" type="presParOf" srcId="{ACD18273-8333-6748-8055-549719C5A2B5}" destId="{0943EF2E-A0A5-DB4D-8EE9-AF06B3CA8936}" srcOrd="0" destOrd="0" presId="urn:microsoft.com/office/officeart/2024/layout/NumberedLinearArrowProcess"/>
    <dgm:cxn modelId="{244144E6-C1A6-D64D-B89C-E1CB8482BED3}" type="presParOf" srcId="{ACD18273-8333-6748-8055-549719C5A2B5}" destId="{985CC60C-0291-9840-9031-0D6E9ECA7295}" srcOrd="1" destOrd="0" presId="urn:microsoft.com/office/officeart/2024/layout/NumberedLinearArrowProcess"/>
    <dgm:cxn modelId="{649F9F91-5FB4-D644-9BEC-DDB755BEACA0}" type="presParOf" srcId="{985CC60C-0291-9840-9031-0D6E9ECA7295}" destId="{9A13EACD-AF7F-8345-81D6-35E57C8F5A9A}" srcOrd="0" destOrd="0" presId="urn:microsoft.com/office/officeart/2024/layout/NumberedLinearArrowProcess"/>
    <dgm:cxn modelId="{9531F9E7-0AB1-8B4C-96DE-703D370DB155}" type="presParOf" srcId="{985CC60C-0291-9840-9031-0D6E9ECA7295}" destId="{A2F1025A-3929-474E-9C59-A09B89A943C7}" srcOrd="1" destOrd="0" presId="urn:microsoft.com/office/officeart/2024/layout/NumberedLinearArrowProcess"/>
    <dgm:cxn modelId="{5AFDE2F2-85B4-8D46-BCBC-35C36EF0E247}" type="presParOf" srcId="{985CC60C-0291-9840-9031-0D6E9ECA7295}" destId="{A03B0B21-F6E4-4A41-A4DE-BE74221F0CE3}" srcOrd="2" destOrd="0" presId="urn:microsoft.com/office/officeart/2024/layout/NumberedLinearArrowProcess"/>
    <dgm:cxn modelId="{49010E3B-1E7A-984F-BF68-5DB6EAA02FE9}" type="presParOf" srcId="{985CC60C-0291-9840-9031-0D6E9ECA7295}" destId="{41EAC3EA-5236-9E43-8AD1-B2AF895CE0C0}" srcOrd="3" destOrd="0" presId="urn:microsoft.com/office/officeart/2024/layout/NumberedLinearArrowProcess"/>
    <dgm:cxn modelId="{71D1F616-96B1-DC4B-B355-90982A42FCCB}" type="presParOf" srcId="{985CC60C-0291-9840-9031-0D6E9ECA7295}" destId="{24430A25-F56A-0B48-90C0-B298059DC12A}" srcOrd="4" destOrd="0" presId="urn:microsoft.com/office/officeart/2024/layout/NumberedLinearArrowProcess"/>
    <dgm:cxn modelId="{DA01CD68-F307-D14E-BE9D-0DB8FD43DBD3}" type="presParOf" srcId="{ACD18273-8333-6748-8055-549719C5A2B5}" destId="{BA82ABBB-654A-7A4B-9724-986711DBD283}" srcOrd="2" destOrd="0" presId="urn:microsoft.com/office/officeart/2024/layout/NumberedLinearArrowProcess"/>
    <dgm:cxn modelId="{F42025A9-B481-5041-9D13-FDC67C0C53C0}" type="presParOf" srcId="{57EBA808-CBDC-9D44-B26E-149313201829}" destId="{8954DA73-C834-094F-B449-CC5B40A03151}" srcOrd="5" destOrd="0" presId="urn:microsoft.com/office/officeart/2024/layout/NumberedLinearArrowProcess"/>
    <dgm:cxn modelId="{FA56FA68-111A-9A46-84DC-6F4398190E0A}" type="presParOf" srcId="{57EBA808-CBDC-9D44-B26E-149313201829}" destId="{36377322-4005-8046-A810-843733A3427F}" srcOrd="6" destOrd="0" presId="urn:microsoft.com/office/officeart/2024/layout/NumberedLinearArrowProcess"/>
    <dgm:cxn modelId="{650B5CDB-370E-EC4F-B766-F431CBFBE854}" type="presParOf" srcId="{36377322-4005-8046-A810-843733A3427F}" destId="{B47FBC6D-83E3-4344-B328-D2D62F849C73}" srcOrd="0" destOrd="0" presId="urn:microsoft.com/office/officeart/2024/layout/NumberedLinearArrowProcess"/>
    <dgm:cxn modelId="{359ACC56-4B53-A14C-BD08-A4B7FF5D3947}" type="presParOf" srcId="{36377322-4005-8046-A810-843733A3427F}" destId="{340B16DB-4D18-0748-92EE-601C466E3810}" srcOrd="1" destOrd="0" presId="urn:microsoft.com/office/officeart/2024/layout/NumberedLinearArrowProcess"/>
    <dgm:cxn modelId="{EAD8B184-5C2C-2C4B-80D7-3E4241113337}" type="presParOf" srcId="{340B16DB-4D18-0748-92EE-601C466E3810}" destId="{8064ED9D-48A9-8F4F-B7E3-629945E07ABC}" srcOrd="0" destOrd="0" presId="urn:microsoft.com/office/officeart/2024/layout/NumberedLinearArrowProcess"/>
    <dgm:cxn modelId="{2765D28B-30B9-2D46-B85E-9D43A92A56BE}" type="presParOf" srcId="{340B16DB-4D18-0748-92EE-601C466E3810}" destId="{E04B94AD-75A9-2540-ABB8-9F89927DA249}" srcOrd="1" destOrd="0" presId="urn:microsoft.com/office/officeart/2024/layout/NumberedLinearArrowProcess"/>
    <dgm:cxn modelId="{C93F839B-0445-3C47-8988-9103511108A2}" type="presParOf" srcId="{340B16DB-4D18-0748-92EE-601C466E3810}" destId="{EC835FEA-2EEE-DC4A-97C3-473555BC219E}" srcOrd="2" destOrd="0" presId="urn:microsoft.com/office/officeart/2024/layout/NumberedLinearArrowProcess"/>
    <dgm:cxn modelId="{F606142D-A46A-9F42-A2DE-55A8B7E69846}" type="presParOf" srcId="{340B16DB-4D18-0748-92EE-601C466E3810}" destId="{2CC0E9F2-F1CF-EB45-8805-58965F46A40C}" srcOrd="3" destOrd="0" presId="urn:microsoft.com/office/officeart/2024/layout/NumberedLinearArrowProcess"/>
    <dgm:cxn modelId="{3DECFC8E-C169-C843-A1B3-71229CB207F1}" type="presParOf" srcId="{340B16DB-4D18-0748-92EE-601C466E3810}" destId="{874EA103-A356-3D45-9B64-F7808A2AB3A4}" srcOrd="4" destOrd="0" presId="urn:microsoft.com/office/officeart/2024/layout/NumberedLinearArrowProcess"/>
    <dgm:cxn modelId="{15B729DE-8106-C440-9AE8-92463FEA8980}" type="presParOf" srcId="{36377322-4005-8046-A810-843733A3427F}" destId="{C1307A1A-058F-5548-A957-A30CABAFD12F}" srcOrd="2" destOrd="0" presId="urn:microsoft.com/office/officeart/2024/layout/NumberedLinear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D49F0-FF3A-994A-AE1B-C220DCF5284F}">
      <dsp:nvSpPr>
        <dsp:cNvPr id="0" name=""/>
        <dsp:cNvSpPr/>
      </dsp:nvSpPr>
      <dsp:spPr>
        <a:xfrm>
          <a:off x="1697364" y="1145795"/>
          <a:ext cx="1076315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CC87A-50B2-9046-9D73-27FF4CA114EB}">
      <dsp:nvSpPr>
        <dsp:cNvPr id="0" name=""/>
        <dsp:cNvSpPr/>
      </dsp:nvSpPr>
      <dsp:spPr>
        <a:xfrm>
          <a:off x="2681424" y="1020228"/>
          <a:ext cx="141458" cy="265500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819" tIns="165100" rIns="48819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Piensa sobre lo que necesitas hacer</a:t>
          </a:r>
          <a:endParaRPr lang="es-ES" sz="1800" b="1" kern="1200" dirty="0"/>
        </a:p>
      </dsp:txBody>
      <dsp:txXfrm>
        <a:off x="211753" y="2230723"/>
        <a:ext cx="2663703" cy="1670836"/>
      </dsp:txXfrm>
    </dsp:sp>
    <dsp:sp modelId="{F27B53C8-27E1-C84D-AA49-D5030E22798D}">
      <dsp:nvSpPr>
        <dsp:cNvPr id="0" name=""/>
        <dsp:cNvSpPr/>
      </dsp:nvSpPr>
      <dsp:spPr>
        <a:xfrm>
          <a:off x="1099375" y="701601"/>
          <a:ext cx="888459" cy="8884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7" tIns="34477" rIns="34477" bIns="34477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kern="1200"/>
            <a:t>1</a:t>
          </a:r>
        </a:p>
      </dsp:txBody>
      <dsp:txXfrm>
        <a:off x="1229487" y="831713"/>
        <a:ext cx="628235" cy="628235"/>
      </dsp:txXfrm>
    </dsp:sp>
    <dsp:sp modelId="{405B039D-C1D5-894A-865C-4DB547A7C1C0}">
      <dsp:nvSpPr>
        <dsp:cNvPr id="0" name=""/>
        <dsp:cNvSpPr/>
      </dsp:nvSpPr>
      <dsp:spPr>
        <a:xfrm>
          <a:off x="1543569" y="1661938"/>
          <a:ext cx="72" cy="5162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996EFF-0E97-2C4B-B620-0D3E1D245093}">
      <dsp:nvSpPr>
        <dsp:cNvPr id="0" name=""/>
        <dsp:cNvSpPr/>
      </dsp:nvSpPr>
      <dsp:spPr>
        <a:xfrm>
          <a:off x="159771" y="2178741"/>
          <a:ext cx="2767667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19" tIns="165100" rIns="48819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Piensa sobre lo que necesitas hacer</a:t>
          </a:r>
          <a:endParaRPr lang="es-ES" sz="1800" b="1" kern="1200" dirty="0"/>
        </a:p>
      </dsp:txBody>
      <dsp:txXfrm>
        <a:off x="211753" y="2230723"/>
        <a:ext cx="2663703" cy="1670836"/>
      </dsp:txXfrm>
    </dsp:sp>
    <dsp:sp modelId="{6AC15C0A-F12A-864F-A134-A171D52EE35A}">
      <dsp:nvSpPr>
        <dsp:cNvPr id="0" name=""/>
        <dsp:cNvSpPr/>
      </dsp:nvSpPr>
      <dsp:spPr>
        <a:xfrm>
          <a:off x="3081198" y="1145492"/>
          <a:ext cx="2767667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FB198E-6D9B-E248-9A57-231DAD6742B6}">
      <dsp:nvSpPr>
        <dsp:cNvPr id="0" name=""/>
        <dsp:cNvSpPr/>
      </dsp:nvSpPr>
      <dsp:spPr>
        <a:xfrm>
          <a:off x="5756610" y="1019924"/>
          <a:ext cx="141458" cy="265774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819" tIns="165100" rIns="48819" bIns="16510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s-ES" sz="1600" kern="1200" dirty="0"/>
          </a:br>
          <a:r>
            <a:rPr lang="es-ES" sz="2000" kern="1200" dirty="0"/>
            <a:t>Crea un índice con los apartados y subapartados principales</a:t>
          </a:r>
          <a:endParaRPr lang="es-ES" sz="1600" kern="1200" dirty="0"/>
        </a:p>
      </dsp:txBody>
      <dsp:txXfrm>
        <a:off x="3286939" y="2230723"/>
        <a:ext cx="2663703" cy="1670836"/>
      </dsp:txXfrm>
    </dsp:sp>
    <dsp:sp modelId="{28818BF2-D840-1143-AFDC-8B23DF7BA22B}">
      <dsp:nvSpPr>
        <dsp:cNvPr id="0" name=""/>
        <dsp:cNvSpPr/>
      </dsp:nvSpPr>
      <dsp:spPr>
        <a:xfrm>
          <a:off x="4174561" y="701298"/>
          <a:ext cx="888459" cy="8884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7" tIns="34477" rIns="34477" bIns="34477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kern="1200"/>
            <a:t>2</a:t>
          </a:r>
        </a:p>
      </dsp:txBody>
      <dsp:txXfrm>
        <a:off x="4304673" y="831410"/>
        <a:ext cx="628235" cy="628235"/>
      </dsp:txXfrm>
    </dsp:sp>
    <dsp:sp modelId="{5E7C84E2-DCCA-F943-BF13-1D2408FD4668}">
      <dsp:nvSpPr>
        <dsp:cNvPr id="0" name=""/>
        <dsp:cNvSpPr/>
      </dsp:nvSpPr>
      <dsp:spPr>
        <a:xfrm>
          <a:off x="4618755" y="1661709"/>
          <a:ext cx="72" cy="51678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304063-4896-B34B-825E-FF1C87CB972D}">
      <dsp:nvSpPr>
        <dsp:cNvPr id="0" name=""/>
        <dsp:cNvSpPr/>
      </dsp:nvSpPr>
      <dsp:spPr>
        <a:xfrm>
          <a:off x="3234957" y="2178741"/>
          <a:ext cx="2767667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19" tIns="165100" rIns="48819" bIns="16510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s-ES" sz="1600" kern="1200" dirty="0"/>
          </a:br>
          <a:r>
            <a:rPr lang="es-ES" sz="2000" kern="1200" dirty="0"/>
            <a:t>Crea un índice con los apartados y subapartados principales</a:t>
          </a:r>
          <a:endParaRPr lang="es-ES" sz="1600" kern="1200" dirty="0"/>
        </a:p>
      </dsp:txBody>
      <dsp:txXfrm>
        <a:off x="3286939" y="2230723"/>
        <a:ext cx="2663703" cy="1670836"/>
      </dsp:txXfrm>
    </dsp:sp>
    <dsp:sp modelId="{9A13EACD-AF7F-8345-81D6-35E57C8F5A9A}">
      <dsp:nvSpPr>
        <dsp:cNvPr id="0" name=""/>
        <dsp:cNvSpPr/>
      </dsp:nvSpPr>
      <dsp:spPr>
        <a:xfrm>
          <a:off x="6156385" y="1145291"/>
          <a:ext cx="2767667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F1025A-3929-474E-9C59-A09B89A943C7}">
      <dsp:nvSpPr>
        <dsp:cNvPr id="0" name=""/>
        <dsp:cNvSpPr/>
      </dsp:nvSpPr>
      <dsp:spPr>
        <a:xfrm>
          <a:off x="8831797" y="1019737"/>
          <a:ext cx="141458" cy="265883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819" tIns="165100" rIns="48819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s-ES" sz="2000" kern="1200" dirty="0"/>
          </a:br>
          <a:r>
            <a:rPr lang="es-ES" sz="2000" b="1" kern="1200" dirty="0"/>
            <a:t>Para cada apartado o subapartado</a:t>
          </a:r>
          <a:r>
            <a:rPr lang="es-ES" sz="2000" kern="1200" dirty="0"/>
            <a:t>, redacta tu consulta para la IA </a:t>
          </a:r>
          <a:endParaRPr lang="es-ES" sz="1800" b="1" kern="1200" dirty="0"/>
        </a:p>
      </dsp:txBody>
      <dsp:txXfrm>
        <a:off x="6362126" y="2230563"/>
        <a:ext cx="2663703" cy="1670836"/>
      </dsp:txXfrm>
    </dsp:sp>
    <dsp:sp modelId="{A03B0B21-F6E4-4A41-A4DE-BE74221F0CE3}">
      <dsp:nvSpPr>
        <dsp:cNvPr id="0" name=""/>
        <dsp:cNvSpPr/>
      </dsp:nvSpPr>
      <dsp:spPr>
        <a:xfrm>
          <a:off x="7249748" y="701097"/>
          <a:ext cx="888459" cy="8884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7" tIns="34477" rIns="34477" bIns="34477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kern="1200"/>
            <a:t>3</a:t>
          </a:r>
        </a:p>
      </dsp:txBody>
      <dsp:txXfrm>
        <a:off x="7379860" y="831209"/>
        <a:ext cx="628235" cy="628235"/>
      </dsp:txXfrm>
    </dsp:sp>
    <dsp:sp modelId="{24430A25-F56A-0B48-90C0-B298059DC12A}">
      <dsp:nvSpPr>
        <dsp:cNvPr id="0" name=""/>
        <dsp:cNvSpPr/>
      </dsp:nvSpPr>
      <dsp:spPr>
        <a:xfrm>
          <a:off x="7693942" y="1661537"/>
          <a:ext cx="72" cy="5169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82ABBB-654A-7A4B-9724-986711DBD283}">
      <dsp:nvSpPr>
        <dsp:cNvPr id="0" name=""/>
        <dsp:cNvSpPr/>
      </dsp:nvSpPr>
      <dsp:spPr>
        <a:xfrm>
          <a:off x="6310144" y="2178581"/>
          <a:ext cx="2767667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19" tIns="165100" rIns="48819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s-ES" sz="2000" kern="1200" dirty="0"/>
          </a:br>
          <a:r>
            <a:rPr lang="es-ES" sz="2000" b="1" kern="1200" dirty="0"/>
            <a:t>Para cada apartado o subapartado</a:t>
          </a:r>
          <a:r>
            <a:rPr lang="es-ES" sz="2000" kern="1200" dirty="0"/>
            <a:t>, redacta tu consulta para la IA </a:t>
          </a:r>
          <a:endParaRPr lang="es-ES" sz="1800" b="1" kern="1200" dirty="0"/>
        </a:p>
      </dsp:txBody>
      <dsp:txXfrm>
        <a:off x="6362126" y="2230563"/>
        <a:ext cx="2663703" cy="1670836"/>
      </dsp:txXfrm>
    </dsp:sp>
    <dsp:sp modelId="{8064ED9D-48A9-8F4F-B7E3-629945E07ABC}">
      <dsp:nvSpPr>
        <dsp:cNvPr id="0" name=""/>
        <dsp:cNvSpPr/>
      </dsp:nvSpPr>
      <dsp:spPr>
        <a:xfrm>
          <a:off x="9231571" y="1145243"/>
          <a:ext cx="1537593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35FEA-2EEE-DC4A-97C3-473555BC219E}">
      <dsp:nvSpPr>
        <dsp:cNvPr id="0" name=""/>
        <dsp:cNvSpPr/>
      </dsp:nvSpPr>
      <dsp:spPr>
        <a:xfrm>
          <a:off x="10324934" y="701049"/>
          <a:ext cx="888459" cy="8884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7" tIns="34477" rIns="34477" bIns="34477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kern="1200"/>
            <a:t>4</a:t>
          </a:r>
        </a:p>
      </dsp:txBody>
      <dsp:txXfrm>
        <a:off x="10455046" y="831161"/>
        <a:ext cx="628235" cy="628235"/>
      </dsp:txXfrm>
    </dsp:sp>
    <dsp:sp modelId="{874EA103-A356-3D45-9B64-F7808A2AB3A4}">
      <dsp:nvSpPr>
        <dsp:cNvPr id="0" name=""/>
        <dsp:cNvSpPr/>
      </dsp:nvSpPr>
      <dsp:spPr>
        <a:xfrm>
          <a:off x="10769128" y="1661501"/>
          <a:ext cx="72" cy="5170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307A1A-058F-5548-A957-A30CABAFD12F}">
      <dsp:nvSpPr>
        <dsp:cNvPr id="0" name=""/>
        <dsp:cNvSpPr/>
      </dsp:nvSpPr>
      <dsp:spPr>
        <a:xfrm>
          <a:off x="9385330" y="2178581"/>
          <a:ext cx="2767667" cy="1774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19" tIns="165100" rIns="48819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s-ES" sz="2000" kern="1200" dirty="0"/>
          </a:br>
          <a:r>
            <a:rPr lang="es-ES" sz="2000" b="1" kern="1200" dirty="0"/>
            <a:t>Revisa cada texto, y también la coherencia</a:t>
          </a:r>
          <a:r>
            <a:rPr lang="es-ES" sz="2000" kern="1200" dirty="0"/>
            <a:t> entre todos ellos. </a:t>
          </a:r>
          <a:endParaRPr lang="es-ES" sz="1600" b="1" kern="1200" dirty="0"/>
        </a:p>
      </dsp:txBody>
      <dsp:txXfrm>
        <a:off x="9437312" y="2230563"/>
        <a:ext cx="2663703" cy="16708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NumberedLinearArrowProcess">
  <dgm:title val=""/>
  <dgm:desc val=""/>
  <dgm:catLst>
    <dgm:cat type="process" pri="17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880CD75A-2022-4245-9C3C-2E9F0751C290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2A01B5C1-8745-554A-80FF-4F2C87A308DC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CFDF5DA4-0AFD-AF4A-A022-A3FA20C5A71F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9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1.7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ctrX" for="ch" forName="nodeText" refType="w" fact="0.5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ctrX" for="ch" forName="nodeText" refType="w" fact="0.5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ifMoreThanOneNode">
                  <dgm:choose name="firstNodeDirChoose">
                    <dgm:if name="firstNodeDirNorm" func="var" arg="dir" op="equ" val="norm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55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87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if>
                    <dgm:else name="firstNodeDirRev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1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084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else>
                  </dgm:choose>
                </dgm:else>
              </dgm:choose>
            </dgm:if>
            <dgm:if name="ifLastNode" axis="self" ptType="node" func="revPos" op="equ" val="1">
              <dgm:choose name="lastNodeDirChoose">
                <dgm:if name="last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lastNodeDirRev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l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if>
            <dgm:else name="allOtherNodes">
              <dgm:choose name="middleNodeDirChoose">
                <dgm:if name="middle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87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middleNodeDirRev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l" for="ch" forName="lineNode" refType="w" fact="0.1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084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else>
          </dgm:choose>
          <dgm:layoutNode name="lineNode" styleLbl="align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Node1">
            <dgm:alg type="sp"/>
            <dgm:choose name="arrowDirChoose">
              <dgm:if name="arrowNorm" func="var" arg="dir" op="equ" val="norm">
                <dgm:shape xmlns:r="http://schemas.openxmlformats.org/officeDocument/2006/relationships" type="chevron" r:blip="">
                  <dgm:adjLst>
                    <dgm:adj idx="1" val="0.9"/>
                  </dgm:adjLst>
                </dgm:shape>
              </dgm:if>
              <dgm:else name="arrowRev">
                <dgm:shape xmlns:r="http://schemas.openxmlformats.org/officeDocument/2006/relationships" rot="180" type="chevron" r:blip="">
                  <dgm:adjLst>
                    <dgm:adj idx="1" val="0.9"/>
                  </dgm:adjLst>
                </dgm:shape>
              </dgm:else>
            </dgm:choose>
            <dgm:presOf axis="self" ptType="node"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  <dgm:layoutNode name="verticalConnector" styleLbl="alignAccFollowNode1">
              <dgm:alg type="sp"/>
              <dgm:shape xmlns:r="http://schemas.openxmlformats.org/officeDocument/2006/relationships" type="rect" r:blip="">
                <dgm:adjLst/>
              </dgm:shape>
              <dgm:presOf/>
              <dgm:constrLst/>
              <dgm:ruleLst/>
            </dgm:layoutNode>
          </dgm:forEach>
          <dgm:presOf/>
          <dgm:ruleLst/>
        </dgm:layoutNode>
        <dgm:layoutNode name="nodeText" styleLbl="fgAcc1">
          <dgm:varLst>
            <dgm:bulletEnabled val="1"/>
          </dgm:varLst>
          <dgm:alg type="tx">
            <dgm:param type="parTxLTRAlign" val="ctr"/>
            <dgm:param type="parTxRTLAlign" val="r"/>
            <dgm:param type="txAnchorVert" val="t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secFontSz" val="16"/>
            <dgm:constr type="primFontSz" val="18"/>
            <dgm:constr type="h"/>
            <dgm:constr type="tMarg" val="13"/>
            <dgm:constr type="lMarg" refType="w" fact="0.05"/>
            <dgm:constr type="rMarg" refType="w" fact="0.05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CCFEC-1C2E-6F14-C9A5-7003F870D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35A5B7-2D86-6E50-713B-DC94DE348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B9D9AD-0540-7E06-521E-0F50163AE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2DE6-9C83-0E45-9160-BAC3BB9689D5}" type="datetimeFigureOut">
              <a:rPr lang="es-ES_tradnl" smtClean="0"/>
              <a:t>15/8/26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2525B2-15B9-7CC4-3541-5B625BA19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8C38F4-D99A-8650-134D-D5399D0C2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7020-3CF8-2D48-BEB2-A8DF3D7FD04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10486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4D937-269D-A615-8A6F-BF3D289D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5A2513-9713-886C-47D8-6D7A48EE4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F80A1D-39FD-35E7-EB5A-AFD01A0B0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2DE6-9C83-0E45-9160-BAC3BB9689D5}" type="datetimeFigureOut">
              <a:rPr lang="es-ES_tradnl" smtClean="0"/>
              <a:t>15/8/26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AD042B-C992-2CAF-8A17-F6964948A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B4BD82-C1CD-2EB4-C996-DF9892006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7020-3CF8-2D48-BEB2-A8DF3D7FD04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52665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8F167-CFAA-C40A-EFDB-E6435BBA5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06407B-39EC-6BDD-C337-F36294BA6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5E64C2-4925-52DA-0968-533D3647B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2DE6-9C83-0E45-9160-BAC3BB9689D5}" type="datetimeFigureOut">
              <a:rPr lang="es-ES_tradnl" smtClean="0"/>
              <a:t>15/8/26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B13BA1-7374-9136-1BD3-77E42E631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5A0889-33DB-E559-A145-E2995DE7A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7020-3CF8-2D48-BEB2-A8DF3D7FD04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2723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71F0F-E1E8-DC9B-5F10-80CCF51F8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2AC266-CB93-0BEA-C6C1-A973635B5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31687D-B520-0A4E-62D6-AFF1C6662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344E59-1DFC-CE9F-AF8A-D4B6CDC39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2DE6-9C83-0E45-9160-BAC3BB9689D5}" type="datetimeFigureOut">
              <a:rPr lang="es-ES_tradnl" smtClean="0"/>
              <a:t>15/8/26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55491B-89C4-6B24-CC21-48A275EE2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3A5774-4DFE-402A-ABB7-E3565CF31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7020-3CF8-2D48-BEB2-A8DF3D7FD04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69916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03DA3-5565-BDD5-892A-BB7BEB333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CD1CC1-6472-D228-84D6-6519BBFDE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4931BC5-C22F-AF68-4395-71D6F4B9C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80BA128-3F93-7529-EE33-A4B0F2139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93E529D-FFED-850A-7220-E0EF6EA433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66CCFC7-F69B-8EFE-20D4-A37BCF258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2DE6-9C83-0E45-9160-BAC3BB9689D5}" type="datetimeFigureOut">
              <a:rPr lang="es-ES_tradnl" smtClean="0"/>
              <a:t>15/8/26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EE8BB3D-E7AD-98AD-DCCB-D7096EDD0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77CCCF7-0447-46F5-7830-7960B3965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7020-3CF8-2D48-BEB2-A8DF3D7FD04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52792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3308CD-8470-D754-CB03-FA8ADD8BD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E67814-8F2E-F28E-0BC8-2A2FA9A41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2DE6-9C83-0E45-9160-BAC3BB9689D5}" type="datetimeFigureOut">
              <a:rPr lang="es-ES_tradnl" smtClean="0"/>
              <a:t>15/8/26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600E532-C6E7-EDBE-8597-883A9E5BA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6DE7733-5538-7B6F-AE43-F11F521E7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7020-3CF8-2D48-BEB2-A8DF3D7FD04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13176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5EC17AF-FAC3-39F3-07B1-B03EBE570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2DE6-9C83-0E45-9160-BAC3BB9689D5}" type="datetimeFigureOut">
              <a:rPr lang="es-ES_tradnl" smtClean="0"/>
              <a:t>15/8/26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D878FCC-B6A7-6E5E-3BBB-6109FD5EA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6F14B3-E3A9-4E74-E0BA-9CB4C2E7B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7020-3CF8-2D48-BEB2-A8DF3D7FD04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29424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C7BCA-74BE-062B-7834-E5B3885E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6C3CA8-9683-2D63-34F0-8D8E7D50F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19CDA9-EE76-762E-E177-8C720D381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9C755B-2C32-4FD3-FB12-6F0543F25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2DE6-9C83-0E45-9160-BAC3BB9689D5}" type="datetimeFigureOut">
              <a:rPr lang="es-ES_tradnl" smtClean="0"/>
              <a:t>15/8/26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C75173-7F29-13CE-3D9C-9A442E4E4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B90345-C822-A614-2144-B45DD120B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7020-3CF8-2D48-BEB2-A8DF3D7FD04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05920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CD816-EA40-DE6A-6A2B-D3AF0778D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22C7D96-45EC-D171-2FA2-544293695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F9EDCA-3F71-D2D8-6A1E-4A13447F3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7665AF-EBC0-004E-6769-9F0C6F8FA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2DE6-9C83-0E45-9160-BAC3BB9689D5}" type="datetimeFigureOut">
              <a:rPr lang="es-ES_tradnl" smtClean="0"/>
              <a:t>15/8/26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851B22-9BEA-AADE-A331-702AFF30D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7DA9D5-5749-7618-6A11-28216084F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7020-3CF8-2D48-BEB2-A8DF3D7FD04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91891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79D4C9-43ED-E148-38C2-854D9E874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7532951-B868-FCA6-4007-B88A03AFB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4FA1C4-87C4-6AE3-8625-5AFEBF86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2DE6-9C83-0E45-9160-BAC3BB9689D5}" type="datetimeFigureOut">
              <a:rPr lang="es-ES_tradnl" smtClean="0"/>
              <a:t>15/8/26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35B6DB-0AAD-04D9-82CC-1B8BFB30B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5E3DBA-806E-98AF-9C07-91CDC540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7020-3CF8-2D48-BEB2-A8DF3D7FD04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27372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FBD08E2-7E8A-B4C7-BC84-4A4722A139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35F4D3-B2E0-C193-CCE3-C08F6BD53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4EDF61-80E0-9638-F625-4F62F8EF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2DE6-9C83-0E45-9160-BAC3BB9689D5}" type="datetimeFigureOut">
              <a:rPr lang="es-ES_tradnl" smtClean="0"/>
              <a:t>15/8/26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221034-08BD-9ECF-A3E3-698E9BB86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7CAC5A-AFF5-6173-0948-706B1E89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7020-3CF8-2D48-BEB2-A8DF3D7FD04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34963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C31379-52F9-DF13-A6F5-19D488B80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ED5B0C-6FD8-DF06-F6F4-2392F0038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CEF91C-132B-92FC-E33B-92126CF71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52DE6-9C83-0E45-9160-BAC3BB9689D5}" type="datetimeFigureOut">
              <a:rPr lang="es-ES_tradnl" smtClean="0"/>
              <a:t>15/8/26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623D80-EADC-624F-F20D-9A4B2CC17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3A26F-CE2E-BAFD-CAC9-67FB9EF3A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DE7020-3CF8-2D48-BEB2-A8DF3D7FD042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3973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jpg"/><Relationship Id="rId12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EE303-5B4C-4E44-0B47-6360F298E3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7F8720-8BA9-B2C7-2F77-A95472ADAA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3268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4B631A2-9CEF-1340-59E5-265C226F01DB}"/>
              </a:ext>
            </a:extLst>
          </p:cNvPr>
          <p:cNvGraphicFramePr/>
          <p:nvPr/>
        </p:nvGraphicFramePr>
        <p:xfrm>
          <a:off x="-120770" y="2522062"/>
          <a:ext cx="12312770" cy="4654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24767EF3-187F-E647-4330-06D7E9BA78F4}"/>
              </a:ext>
            </a:extLst>
          </p:cNvPr>
          <p:cNvSpPr txBox="1"/>
          <p:nvPr/>
        </p:nvSpPr>
        <p:spPr>
          <a:xfrm>
            <a:off x="924077" y="2674067"/>
            <a:ext cx="107532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600" b="1" dirty="0"/>
              <a:t>Piensa		Organiza         	       Escribe	                           Verifica</a:t>
            </a:r>
          </a:p>
        </p:txBody>
      </p:sp>
      <p:pic>
        <p:nvPicPr>
          <p:cNvPr id="7" name="Imagen 6" descr="Escribe">
            <a:extLst>
              <a:ext uri="{FF2B5EF4-FFF2-40B4-BE49-F238E27FC236}">
                <a16:creationId xmlns:a16="http://schemas.microsoft.com/office/drawing/2014/main" id="{47649013-9710-6419-C053-FBF2717048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958" y="3246950"/>
            <a:ext cx="869458" cy="869458"/>
          </a:xfrm>
          <a:prstGeom prst="rect">
            <a:avLst/>
          </a:prstGeom>
        </p:spPr>
      </p:pic>
      <p:pic>
        <p:nvPicPr>
          <p:cNvPr id="8" name="Imagen 7" descr="Piensa">
            <a:extLst>
              <a:ext uri="{FF2B5EF4-FFF2-40B4-BE49-F238E27FC236}">
                <a16:creationId xmlns:a16="http://schemas.microsoft.com/office/drawing/2014/main" id="{24E4D24E-15C6-B051-E8D0-5CFB158906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664" y="3227312"/>
            <a:ext cx="829693" cy="829693"/>
          </a:xfrm>
          <a:prstGeom prst="rect">
            <a:avLst/>
          </a:prstGeom>
        </p:spPr>
      </p:pic>
      <p:pic>
        <p:nvPicPr>
          <p:cNvPr id="9" name="Imagen 8" descr="Verifica">
            <a:extLst>
              <a:ext uri="{FF2B5EF4-FFF2-40B4-BE49-F238E27FC236}">
                <a16:creationId xmlns:a16="http://schemas.microsoft.com/office/drawing/2014/main" id="{507AB58C-6609-5EC8-C2D7-D124394F4E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8979" y="3246950"/>
            <a:ext cx="869458" cy="86945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73272C3-E147-61BA-5C72-997F8C5B35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6332" y="7388435"/>
            <a:ext cx="501769" cy="4699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B951C0D-E832-DC78-B5E8-54454F508F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9947" y="3587105"/>
            <a:ext cx="501769" cy="4699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2201E04-BE86-FBE4-9993-B15AC43342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83383" y="3376074"/>
            <a:ext cx="831074" cy="68093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812D9064-05AD-8167-8685-0A14559665C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7886" y="3886257"/>
            <a:ext cx="869458" cy="46030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A3BFE28E-5219-E307-8B11-8B468759FAB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6736" y="3146657"/>
            <a:ext cx="869458" cy="460301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5646BEE-5B40-54BE-4549-7B5229B2FF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8618" y="4038657"/>
            <a:ext cx="869458" cy="46030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FFA1C3F7-5DAB-594E-E62A-E65694FB22F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17468" y="3299057"/>
            <a:ext cx="869458" cy="460301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62E45217-F95B-21EB-7486-F05746163CA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10388" y="3642418"/>
            <a:ext cx="869458" cy="46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775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17730</TotalTime>
  <Words>85</Words>
  <Application>Microsoft Macintosh PowerPoint</Application>
  <PresentationFormat>Panorámica</PresentationFormat>
  <Paragraphs>14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Ignacio Moreno-Torres</dc:creator>
  <cp:lastModifiedBy>Ignacio Moreno-Torres</cp:lastModifiedBy>
  <cp:revision>1</cp:revision>
  <dcterms:created xsi:type="dcterms:W3CDTF">2026-08-15T07:36:00Z</dcterms:created>
  <dcterms:modified xsi:type="dcterms:W3CDTF">2026-08-27T15:06:46Z</dcterms:modified>
</cp:coreProperties>
</file>
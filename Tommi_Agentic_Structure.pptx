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TOMMI Agentic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926080"/>
            <a:ext cx="2011680" cy="1645920"/>
          </a:xfrm>
          <a:prstGeom prst="roundRect">
            <a:avLst/>
          </a:prstGeom>
          <a:solidFill>
            <a:srgbClr val="DBEAFE"/>
          </a:solidFill>
          <a:ln w="317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Sends queries</a:t>
            </a:r>
            <a:br/>
            <a:r>
              <a:t>Receives responses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926080"/>
            <a:ext cx="2011680" cy="1645920"/>
          </a:xfrm>
          <a:prstGeom prst="roundRect">
            <a:avLst/>
          </a:prstGeom>
          <a:solidFill>
            <a:srgbClr val="D1FAE5"/>
          </a:solidFill>
          <a:ln w="317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32004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59669"/>
                </a:solidFill>
              </a:defRPr>
            </a:pPr>
            <a:r>
              <a:t>Agent-Server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37490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Routes requests</a:t>
            </a:r>
            <a:br/>
            <a:r>
              <a:t>Manages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926080"/>
            <a:ext cx="2011680" cy="1645920"/>
          </a:xfrm>
          <a:prstGeom prst="roundRect">
            <a:avLst/>
          </a:prstGeom>
          <a:solidFill>
            <a:srgbClr val="EDE9FE"/>
          </a:solidFill>
          <a:ln w="317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2004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</a:defRPr>
            </a:pPr>
            <a:r>
              <a:t>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7490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Processes queries</a:t>
            </a:r>
            <a:br/>
            <a:r>
              <a:t>Applies logic &amp;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2926080"/>
            <a:ext cx="2011680" cy="1645920"/>
          </a:xfrm>
          <a:prstGeom prst="roundRect">
            <a:avLst/>
          </a:prstGeom>
          <a:solidFill>
            <a:srgbClr val="FEF3C7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32004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97706"/>
                </a:solidFill>
              </a:defRPr>
            </a:pPr>
            <a:r>
              <a:t>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37490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Generates text</a:t>
            </a:r>
            <a:br/>
            <a:r>
              <a:t>(Cloud or On-premise)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43200" y="3749040"/>
            <a:ext cx="73152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486400" y="3749040"/>
            <a:ext cx="91440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412480" y="3749040"/>
            <a:ext cx="91440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ight Arrow 17"/>
          <p:cNvSpPr/>
          <p:nvPr/>
        </p:nvSpPr>
        <p:spPr>
          <a:xfrm>
            <a:off x="2834640" y="3566160"/>
            <a:ext cx="548640" cy="36576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5577840" y="3566160"/>
            <a:ext cx="731520" cy="36576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8503920" y="3566160"/>
            <a:ext cx="731520" cy="36576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B7280"/>
                </a:solidFill>
              </a:defRPr>
            </a:pPr>
            <a:r>
              <a:t>User interacts with the Agent-Server, which routes to the appropriate Agent. The Agent uses the LLM to generate responses.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
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66"/>
    <p:restoredTop sz="94627"/>
  </p:normalViewPr>
  <p:slideViewPr>
    <p:cSldViewPr snapToGrid="0">
      <p:cViewPr>
        <p:scale>
          <a:sx n="74" d="100"/>
          <a:sy n="74" d="100"/>
        </p:scale>
        <p:origin x="20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F81630-2256-934B-8CE5-7BA614F3053C}" type="doc">
      <dgm:prSet loTypeId="urn:microsoft.com/office/officeart/2024/layout/NumberedLinearArrow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568EAD42-B1B7-3845-B118-368CF72363A5}">
      <dgm:prSet phldrT="[Texto]" custT="1"/>
      <dgm:spPr/>
      <dgm:t>
        <a:bodyPr/>
        <a:lstStyle/>
        <a:p>
          <a:endParaRPr lang="es-ES" sz="2000" dirty="0"/>
        </a:p>
        <a:p>
          <a:r>
            <a:rPr lang="es-ES" sz="2000" b="1" dirty="0"/>
            <a:t>Reflexiona</a:t>
          </a:r>
          <a:r>
            <a:rPr lang="es-ES" sz="2000" dirty="0"/>
            <a:t> sobre lo que necesitas que la IA escriba</a:t>
          </a:r>
          <a:endParaRPr lang="es-ES" sz="1800" b="1" dirty="0"/>
        </a:p>
      </dgm:t>
    </dgm:pt>
    <dgm:pt modelId="{E2661453-00F2-3941-BDDA-DC47596D2B1D}" type="parTrans" cxnId="{2C58DBA7-A3C6-C648-908F-E04D96670A49}">
      <dgm:prSet/>
      <dgm:spPr/>
      <dgm:t>
        <a:bodyPr/>
        <a:lstStyle/>
        <a:p>
          <a:endParaRPr lang="es-ES"/>
        </a:p>
      </dgm:t>
    </dgm:pt>
    <dgm:pt modelId="{33746C30-9C40-7346-9D8D-BE7FF1B45109}" type="sibTrans" cxnId="{2C58DBA7-A3C6-C648-908F-E04D96670A49}">
      <dgm:prSet phldrT="1" phldr="0"/>
      <dgm:spPr/>
      <dgm:t>
        <a:bodyPr/>
        <a:lstStyle/>
        <a:p>
          <a:r>
            <a:rPr lang="es-ES"/>
            <a:t>1</a:t>
          </a:r>
        </a:p>
      </dgm:t>
    </dgm:pt>
    <dgm:pt modelId="{6B7A65CC-FAAF-424D-B433-0F4CE8F263C0}">
      <dgm:prSet phldrT="[Texto]" custT="1"/>
      <dgm:spPr/>
      <dgm:t>
        <a:bodyPr/>
        <a:lstStyle/>
        <a:p>
          <a:br>
            <a:rPr lang="es-ES" sz="2000" dirty="0"/>
          </a:br>
          <a:r>
            <a:rPr lang="es-ES" sz="2000" b="1" dirty="0"/>
            <a:t>Redacta</a:t>
          </a:r>
          <a:r>
            <a:rPr lang="es-ES" sz="2000" dirty="0"/>
            <a:t> tu consulta para la IA </a:t>
          </a:r>
          <a:endParaRPr lang="es-ES" sz="1800" b="1" dirty="0"/>
        </a:p>
      </dgm:t>
    </dgm:pt>
    <dgm:pt modelId="{DBBBF1E1-9569-5A49-9FC1-9996E7D4744C}" type="parTrans" cxnId="{94DF5FF5-0C32-7A42-B50D-46A50D256879}">
      <dgm:prSet/>
      <dgm:spPr/>
      <dgm:t>
        <a:bodyPr/>
        <a:lstStyle/>
        <a:p>
          <a:endParaRPr lang="es-ES"/>
        </a:p>
      </dgm:t>
    </dgm:pt>
    <dgm:pt modelId="{2334BBDB-AD3E-F444-B19E-C74527409763}" type="sibTrans" cxnId="{94DF5FF5-0C32-7A42-B50D-46A50D256879}">
      <dgm:prSet phldrT="2" phldr="0"/>
      <dgm:spPr/>
      <dgm:t>
        <a:bodyPr/>
        <a:lstStyle/>
        <a:p>
          <a:r>
            <a:rPr lang="es-ES"/>
            <a:t>2</a:t>
          </a:r>
          <a:endParaRPr lang="es-ES" dirty="0"/>
        </a:p>
      </dgm:t>
    </dgm:pt>
    <dgm:pt modelId="{424C0F81-F969-AE40-9A24-BA652B213E4A}">
      <dgm:prSet phldrT="[Texto]" custT="1"/>
      <dgm:spPr/>
      <dgm:t>
        <a:bodyPr/>
        <a:lstStyle/>
        <a:p>
          <a:br>
            <a:rPr lang="es-ES" sz="2000" dirty="0"/>
          </a:br>
          <a:r>
            <a:rPr lang="es-ES" sz="2000" b="1" dirty="0"/>
            <a:t>Revisa el texto </a:t>
          </a:r>
        </a:p>
      </dgm:t>
    </dgm:pt>
    <dgm:pt modelId="{0A3CFE44-4DB4-854A-AFF2-91679BE2A987}" type="parTrans" cxnId="{A0D7808B-4064-344D-962E-AC1ABFF2A25D}">
      <dgm:prSet/>
      <dgm:spPr/>
      <dgm:t>
        <a:bodyPr/>
        <a:lstStyle/>
        <a:p>
          <a:endParaRPr lang="es-ES"/>
        </a:p>
      </dgm:t>
    </dgm:pt>
    <dgm:pt modelId="{BBC9409B-28F3-054C-8A0A-4EA352BC7723}" type="sibTrans" cxnId="{A0D7808B-4064-344D-962E-AC1ABFF2A25D}">
      <dgm:prSet phldrT="3" phldr="0"/>
      <dgm:spPr/>
      <dgm:t>
        <a:bodyPr/>
        <a:lstStyle/>
        <a:p>
          <a:r>
            <a:rPr lang="es-ES"/>
            <a:t>3</a:t>
          </a:r>
          <a:endParaRPr lang="es-ES" dirty="0"/>
        </a:p>
      </dgm:t>
    </dgm:pt>
    <dgm:pt modelId="{57EBA808-CBDC-9D44-B26E-149313201829}" type="pres">
      <dgm:prSet presAssocID="{95F81630-2256-934B-8CE5-7BA614F3053C}" presName="linearFlow" presStyleCnt="0">
        <dgm:presLayoutVars>
          <dgm:dir/>
          <dgm:animLvl val="lvl"/>
          <dgm:resizeHandles val="exact"/>
        </dgm:presLayoutVars>
      </dgm:prSet>
      <dgm:spPr/>
    </dgm:pt>
    <dgm:pt modelId="{8B1CE9CB-101E-894B-A3AC-912F948580B7}" type="pres">
      <dgm:prSet presAssocID="{568EAD42-B1B7-3845-B118-368CF72363A5}" presName="compositeNode" presStyleCnt="0"/>
      <dgm:spPr/>
    </dgm:pt>
    <dgm:pt modelId="{88FA8B16-304C-6E47-8160-25EF501F5B28}" type="pres">
      <dgm:prSet presAssocID="{568EAD42-B1B7-3845-B118-368CF72363A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3F2341E-9561-4349-A029-8B2F4A96CD40}" type="pres">
      <dgm:prSet presAssocID="{568EAD42-B1B7-3845-B118-368CF72363A5}" presName="parSh" presStyleCnt="0"/>
      <dgm:spPr/>
    </dgm:pt>
    <dgm:pt modelId="{A33D49F0-FF3A-994A-AE1B-C220DCF5284F}" type="pres">
      <dgm:prSet presAssocID="{568EAD42-B1B7-3845-B118-368CF72363A5}" presName="lineNode" presStyleLbl="alignNode1" presStyleIdx="0" presStyleCnt="9"/>
      <dgm:spPr/>
    </dgm:pt>
    <dgm:pt modelId="{126CC87A-50B2-9046-9D73-27FF4CA114EB}" type="pres">
      <dgm:prSet presAssocID="{568EAD42-B1B7-3845-B118-368CF72363A5}" presName="lineArrowNode" presStyleLbl="alignNode1" presStyleIdx="1" presStyleCnt="9"/>
      <dgm:spPr/>
    </dgm:pt>
    <dgm:pt modelId="{F27B53C8-27E1-C84D-AA49-D5030E22798D}" type="pres">
      <dgm:prSet presAssocID="{33746C30-9C40-7346-9D8D-BE7FF1B45109}" presName="sibTransNodeCircle" presStyleLbl="alignNode1" presStyleIdx="2" presStyleCnt="9">
        <dgm:presLayoutVars>
          <dgm:chMax val="0"/>
          <dgm:bulletEnabled/>
        </dgm:presLayoutVars>
      </dgm:prSet>
      <dgm:spPr/>
    </dgm:pt>
    <dgm:pt modelId="{6666C671-BD8D-D041-AF79-997C93DFAF06}" type="pres">
      <dgm:prSet presAssocID="{33746C30-9C40-7346-9D8D-BE7FF1B45109}" presName="spacerBetweenCircleAndCallout" presStyleCnt="0">
        <dgm:presLayoutVars/>
      </dgm:prSet>
      <dgm:spPr/>
    </dgm:pt>
    <dgm:pt modelId="{405B039D-C1D5-894A-865C-4DB547A7C1C0}" type="pres">
      <dgm:prSet presAssocID="{33746C30-9C40-7346-9D8D-BE7FF1B45109}" presName="verticalConnector" presStyleLbl="alignAccFollowNode1" presStyleIdx="0" presStyleCnt="3"/>
      <dgm:spPr/>
    </dgm:pt>
    <dgm:pt modelId="{34996EFF-0E97-2C4B-B620-0D3E1D245093}" type="pres">
      <dgm:prSet presAssocID="{568EAD42-B1B7-3845-B118-368CF72363A5}" presName="nodeText" presStyleLbl="fgAcc1" presStyleIdx="0" presStyleCnt="3">
        <dgm:presLayoutVars>
          <dgm:bulletEnabled val="1"/>
        </dgm:presLayoutVars>
      </dgm:prSet>
      <dgm:spPr/>
    </dgm:pt>
    <dgm:pt modelId="{D96D54D8-2EB0-314C-BE89-EAB03D9AF03F}" type="pres">
      <dgm:prSet presAssocID="{33746C30-9C40-7346-9D8D-BE7FF1B45109}" presName="sibTransComposite" presStyleCnt="0"/>
      <dgm:spPr/>
    </dgm:pt>
    <dgm:pt modelId="{ACD18273-8333-6748-8055-549719C5A2B5}" type="pres">
      <dgm:prSet presAssocID="{6B7A65CC-FAAF-424D-B433-0F4CE8F263C0}" presName="compositeNode" presStyleCnt="0"/>
      <dgm:spPr/>
    </dgm:pt>
    <dgm:pt modelId="{0943EF2E-A0A5-DB4D-8EE9-AF06B3CA8936}" type="pres">
      <dgm:prSet presAssocID="{6B7A65CC-FAAF-424D-B433-0F4CE8F263C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85CC60C-0291-9840-9031-0D6E9ECA7295}" type="pres">
      <dgm:prSet presAssocID="{6B7A65CC-FAAF-424D-B433-0F4CE8F263C0}" presName="parSh" presStyleCnt="0"/>
      <dgm:spPr/>
    </dgm:pt>
    <dgm:pt modelId="{9A13EACD-AF7F-8345-81D6-35E57C8F5A9A}" type="pres">
      <dgm:prSet presAssocID="{6B7A65CC-FAAF-424D-B433-0F4CE8F263C0}" presName="lineNode" presStyleLbl="alignNode1" presStyleIdx="3" presStyleCnt="9"/>
      <dgm:spPr/>
    </dgm:pt>
    <dgm:pt modelId="{A2F1025A-3929-474E-9C59-A09B89A943C7}" type="pres">
      <dgm:prSet presAssocID="{6B7A65CC-FAAF-424D-B433-0F4CE8F263C0}" presName="lineArrowNode" presStyleLbl="alignNode1" presStyleIdx="4" presStyleCnt="9"/>
      <dgm:spPr/>
    </dgm:pt>
    <dgm:pt modelId="{A03B0B21-F6E4-4A41-A4DE-BE74221F0CE3}" type="pres">
      <dgm:prSet presAssocID="{2334BBDB-AD3E-F444-B19E-C74527409763}" presName="sibTransNodeCircle" presStyleLbl="alignNode1" presStyleIdx="5" presStyleCnt="9">
        <dgm:presLayoutVars>
          <dgm:chMax val="0"/>
          <dgm:bulletEnabled/>
        </dgm:presLayoutVars>
      </dgm:prSet>
      <dgm:spPr/>
    </dgm:pt>
    <dgm:pt modelId="{41EAC3EA-5236-9E43-8AD1-B2AF895CE0C0}" type="pres">
      <dgm:prSet presAssocID="{2334BBDB-AD3E-F444-B19E-C74527409763}" presName="spacerBetweenCircleAndCallout" presStyleCnt="0">
        <dgm:presLayoutVars/>
      </dgm:prSet>
      <dgm:spPr/>
    </dgm:pt>
    <dgm:pt modelId="{24430A25-F56A-0B48-90C0-B298059DC12A}" type="pres">
      <dgm:prSet presAssocID="{2334BBDB-AD3E-F444-B19E-C74527409763}" presName="verticalConnector" presStyleLbl="alignAccFollowNode1" presStyleIdx="1" presStyleCnt="3"/>
      <dgm:spPr/>
    </dgm:pt>
    <dgm:pt modelId="{BA82ABBB-654A-7A4B-9724-986711DBD283}" type="pres">
      <dgm:prSet presAssocID="{6B7A65CC-FAAF-424D-B433-0F4CE8F263C0}" presName="nodeText" presStyleLbl="fgAcc1" presStyleIdx="1" presStyleCnt="3">
        <dgm:presLayoutVars>
          <dgm:bulletEnabled val="1"/>
        </dgm:presLayoutVars>
      </dgm:prSet>
      <dgm:spPr/>
    </dgm:pt>
    <dgm:pt modelId="{8954DA73-C834-094F-B449-CC5B40A03151}" type="pres">
      <dgm:prSet presAssocID="{2334BBDB-AD3E-F444-B19E-C74527409763}" presName="sibTransComposite" presStyleCnt="0"/>
      <dgm:spPr/>
    </dgm:pt>
    <dgm:pt modelId="{36377322-4005-8046-A810-843733A3427F}" type="pres">
      <dgm:prSet presAssocID="{424C0F81-F969-AE40-9A24-BA652B213E4A}" presName="compositeNode" presStyleCnt="0"/>
      <dgm:spPr/>
    </dgm:pt>
    <dgm:pt modelId="{B47FBC6D-83E3-4344-B328-D2D62F849C73}" type="pres">
      <dgm:prSet presAssocID="{424C0F81-F969-AE40-9A24-BA652B213E4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40B16DB-4D18-0748-92EE-601C466E3810}" type="pres">
      <dgm:prSet presAssocID="{424C0F81-F969-AE40-9A24-BA652B213E4A}" presName="parSh" presStyleCnt="0"/>
      <dgm:spPr/>
    </dgm:pt>
    <dgm:pt modelId="{8064ED9D-48A9-8F4F-B7E3-629945E07ABC}" type="pres">
      <dgm:prSet presAssocID="{424C0F81-F969-AE40-9A24-BA652B213E4A}" presName="lineNode" presStyleLbl="alignNode1" presStyleIdx="6" presStyleCnt="9"/>
      <dgm:spPr/>
    </dgm:pt>
    <dgm:pt modelId="{E04B94AD-75A9-2540-ABB8-9F89927DA249}" type="pres">
      <dgm:prSet presAssocID="{424C0F81-F969-AE40-9A24-BA652B213E4A}" presName="lineArrowNode" presStyleLbl="alignNode1" presStyleIdx="7" presStyleCnt="9"/>
      <dgm:spPr/>
    </dgm:pt>
    <dgm:pt modelId="{EC835FEA-2EEE-DC4A-97C3-473555BC219E}" type="pres">
      <dgm:prSet presAssocID="{BBC9409B-28F3-054C-8A0A-4EA352BC7723}" presName="sibTransNodeCircle" presStyleLbl="alignNode1" presStyleIdx="8" presStyleCnt="9">
        <dgm:presLayoutVars>
          <dgm:chMax val="0"/>
          <dgm:bulletEnabled/>
        </dgm:presLayoutVars>
      </dgm:prSet>
      <dgm:spPr/>
    </dgm:pt>
    <dgm:pt modelId="{2CC0E9F2-F1CF-EB45-8805-58965F46A40C}" type="pres">
      <dgm:prSet presAssocID="{BBC9409B-28F3-054C-8A0A-4EA352BC7723}" presName="spacerBetweenCircleAndCallout" presStyleCnt="0">
        <dgm:presLayoutVars/>
      </dgm:prSet>
      <dgm:spPr/>
    </dgm:pt>
    <dgm:pt modelId="{874EA103-A356-3D45-9B64-F7808A2AB3A4}" type="pres">
      <dgm:prSet presAssocID="{BBC9409B-28F3-054C-8A0A-4EA352BC7723}" presName="verticalConnector" presStyleLbl="alignAccFollowNode1" presStyleIdx="2" presStyleCnt="3"/>
      <dgm:spPr/>
    </dgm:pt>
    <dgm:pt modelId="{C1307A1A-058F-5548-A957-A30CABAFD12F}" type="pres">
      <dgm:prSet presAssocID="{424C0F81-F969-AE40-9A24-BA652B213E4A}" presName="nodeText" presStyleLbl="fgAcc1" presStyleIdx="2" presStyleCnt="3">
        <dgm:presLayoutVars>
          <dgm:bulletEnabled val="1"/>
        </dgm:presLayoutVars>
      </dgm:prSet>
      <dgm:spPr/>
    </dgm:pt>
  </dgm:ptLst>
  <dgm:cxnLst>
    <dgm:cxn modelId="{11C2D038-D9D7-6040-9F54-5F00E43F0A28}" type="presOf" srcId="{33746C30-9C40-7346-9D8D-BE7FF1B45109}" destId="{F27B53C8-27E1-C84D-AA49-D5030E22798D}" srcOrd="0" destOrd="0" presId="urn:microsoft.com/office/officeart/2024/layout/NumberedLinearArrowProcess"/>
    <dgm:cxn modelId="{3BC9C047-581F-CF42-BDF0-C0678295C8B7}" type="presOf" srcId="{6B7A65CC-FAAF-424D-B433-0F4CE8F263C0}" destId="{BA82ABBB-654A-7A4B-9724-986711DBD283}" srcOrd="1" destOrd="0" presId="urn:microsoft.com/office/officeart/2024/layout/NumberedLinearArrowProcess"/>
    <dgm:cxn modelId="{09E54C49-7ACE-634D-B134-2DC1173FE9FA}" type="presOf" srcId="{2334BBDB-AD3E-F444-B19E-C74527409763}" destId="{A03B0B21-F6E4-4A41-A4DE-BE74221F0CE3}" srcOrd="0" destOrd="0" presId="urn:microsoft.com/office/officeart/2024/layout/NumberedLinearArrowProcess"/>
    <dgm:cxn modelId="{45F8C05E-ED94-4B42-BE11-0DD923F44DF4}" type="presOf" srcId="{6B7A65CC-FAAF-424D-B433-0F4CE8F263C0}" destId="{A2F1025A-3929-474E-9C59-A09B89A943C7}" srcOrd="0" destOrd="0" presId="urn:microsoft.com/office/officeart/2024/layout/NumberedLinearArrowProcess"/>
    <dgm:cxn modelId="{32605661-92B7-0447-B4DA-D72162B173F1}" type="presOf" srcId="{568EAD42-B1B7-3845-B118-368CF72363A5}" destId="{34996EFF-0E97-2C4B-B620-0D3E1D245093}" srcOrd="1" destOrd="0" presId="urn:microsoft.com/office/officeart/2024/layout/NumberedLinearArrowProcess"/>
    <dgm:cxn modelId="{22E9197B-D50B-3C44-8263-2ADE83097056}" type="presOf" srcId="{95F81630-2256-934B-8CE5-7BA614F3053C}" destId="{57EBA808-CBDC-9D44-B26E-149313201829}" srcOrd="0" destOrd="0" presId="urn:microsoft.com/office/officeart/2024/layout/NumberedLinearArrowProcess"/>
    <dgm:cxn modelId="{A0D7808B-4064-344D-962E-AC1ABFF2A25D}" srcId="{95F81630-2256-934B-8CE5-7BA614F3053C}" destId="{424C0F81-F969-AE40-9A24-BA652B213E4A}" srcOrd="2" destOrd="0" parTransId="{0A3CFE44-4DB4-854A-AFF2-91679BE2A987}" sibTransId="{BBC9409B-28F3-054C-8A0A-4EA352BC7723}"/>
    <dgm:cxn modelId="{6384419B-1B75-8041-9D56-79D8634685BA}" type="presOf" srcId="{424C0F81-F969-AE40-9A24-BA652B213E4A}" destId="{C1307A1A-058F-5548-A957-A30CABAFD12F}" srcOrd="1" destOrd="0" presId="urn:microsoft.com/office/officeart/2024/layout/NumberedLinearArrowProcess"/>
    <dgm:cxn modelId="{2C58DBA7-A3C6-C648-908F-E04D96670A49}" srcId="{95F81630-2256-934B-8CE5-7BA614F3053C}" destId="{568EAD42-B1B7-3845-B118-368CF72363A5}" srcOrd="0" destOrd="0" parTransId="{E2661453-00F2-3941-BDDA-DC47596D2B1D}" sibTransId="{33746C30-9C40-7346-9D8D-BE7FF1B45109}"/>
    <dgm:cxn modelId="{500258B7-5172-2347-A171-A02FAC3AD166}" type="presOf" srcId="{568EAD42-B1B7-3845-B118-368CF72363A5}" destId="{126CC87A-50B2-9046-9D73-27FF4CA114EB}" srcOrd="0" destOrd="0" presId="urn:microsoft.com/office/officeart/2024/layout/NumberedLinearArrowProcess"/>
    <dgm:cxn modelId="{C41F50EF-C32F-EB43-9AB7-9DB9E74CF337}" type="presOf" srcId="{424C0F81-F969-AE40-9A24-BA652B213E4A}" destId="{E04B94AD-75A9-2540-ABB8-9F89927DA249}" srcOrd="0" destOrd="0" presId="urn:microsoft.com/office/officeart/2024/layout/NumberedLinearArrowProcess"/>
    <dgm:cxn modelId="{94DF5FF5-0C32-7A42-B50D-46A50D256879}" srcId="{95F81630-2256-934B-8CE5-7BA614F3053C}" destId="{6B7A65CC-FAAF-424D-B433-0F4CE8F263C0}" srcOrd="1" destOrd="0" parTransId="{DBBBF1E1-9569-5A49-9FC1-9996E7D4744C}" sibTransId="{2334BBDB-AD3E-F444-B19E-C74527409763}"/>
    <dgm:cxn modelId="{041B7CF5-E8E3-1F4C-8CCA-18C91EBBFDC4}" type="presOf" srcId="{BBC9409B-28F3-054C-8A0A-4EA352BC7723}" destId="{EC835FEA-2EEE-DC4A-97C3-473555BC219E}" srcOrd="0" destOrd="0" presId="urn:microsoft.com/office/officeart/2024/layout/NumberedLinearArrowProcess"/>
    <dgm:cxn modelId="{D5ACC168-E48F-1542-B495-35007740758F}" type="presParOf" srcId="{57EBA808-CBDC-9D44-B26E-149313201829}" destId="{8B1CE9CB-101E-894B-A3AC-912F948580B7}" srcOrd="0" destOrd="0" presId="urn:microsoft.com/office/officeart/2024/layout/NumberedLinearArrowProcess"/>
    <dgm:cxn modelId="{4A76858F-8E44-D74F-9C49-B3F2905D49AC}" type="presParOf" srcId="{8B1CE9CB-101E-894B-A3AC-912F948580B7}" destId="{88FA8B16-304C-6E47-8160-25EF501F5B28}" srcOrd="0" destOrd="0" presId="urn:microsoft.com/office/officeart/2024/layout/NumberedLinearArrowProcess"/>
    <dgm:cxn modelId="{ECE0496C-03DD-DC46-B3D1-6806F5BF1256}" type="presParOf" srcId="{8B1CE9CB-101E-894B-A3AC-912F948580B7}" destId="{23F2341E-9561-4349-A029-8B2F4A96CD40}" srcOrd="1" destOrd="0" presId="urn:microsoft.com/office/officeart/2024/layout/NumberedLinearArrowProcess"/>
    <dgm:cxn modelId="{0178E85B-A5CC-EC4F-9C10-A8256C147710}" type="presParOf" srcId="{23F2341E-9561-4349-A029-8B2F4A96CD40}" destId="{A33D49F0-FF3A-994A-AE1B-C220DCF5284F}" srcOrd="0" destOrd="0" presId="urn:microsoft.com/office/officeart/2024/layout/NumberedLinearArrowProcess"/>
    <dgm:cxn modelId="{0DDBFF9E-C011-624E-A228-B73E13A79C6C}" type="presParOf" srcId="{23F2341E-9561-4349-A029-8B2F4A96CD40}" destId="{126CC87A-50B2-9046-9D73-27FF4CA114EB}" srcOrd="1" destOrd="0" presId="urn:microsoft.com/office/officeart/2024/layout/NumberedLinearArrowProcess"/>
    <dgm:cxn modelId="{2426A75D-A4B2-974F-8E17-E4D094833BAB}" type="presParOf" srcId="{23F2341E-9561-4349-A029-8B2F4A96CD40}" destId="{F27B53C8-27E1-C84D-AA49-D5030E22798D}" srcOrd="2" destOrd="0" presId="urn:microsoft.com/office/officeart/2024/layout/NumberedLinearArrowProcess"/>
    <dgm:cxn modelId="{2338AA0B-54E2-E844-9E8B-4213B1D03497}" type="presParOf" srcId="{23F2341E-9561-4349-A029-8B2F4A96CD40}" destId="{6666C671-BD8D-D041-AF79-997C93DFAF06}" srcOrd="3" destOrd="0" presId="urn:microsoft.com/office/officeart/2024/layout/NumberedLinearArrowProcess"/>
    <dgm:cxn modelId="{8B08D77B-B722-E14D-8DF7-244E5EF5FB46}" type="presParOf" srcId="{23F2341E-9561-4349-A029-8B2F4A96CD40}" destId="{405B039D-C1D5-894A-865C-4DB547A7C1C0}" srcOrd="4" destOrd="0" presId="urn:microsoft.com/office/officeart/2024/layout/NumberedLinearArrowProcess"/>
    <dgm:cxn modelId="{98044A6E-7EBC-D247-8A72-64A560F15C80}" type="presParOf" srcId="{8B1CE9CB-101E-894B-A3AC-912F948580B7}" destId="{34996EFF-0E97-2C4B-B620-0D3E1D245093}" srcOrd="2" destOrd="0" presId="urn:microsoft.com/office/officeart/2024/layout/NumberedLinearArrowProcess"/>
    <dgm:cxn modelId="{187AFCCC-4E87-264A-AED4-FE5CAABE99F8}" type="presParOf" srcId="{57EBA808-CBDC-9D44-B26E-149313201829}" destId="{D96D54D8-2EB0-314C-BE89-EAB03D9AF03F}" srcOrd="1" destOrd="0" presId="urn:microsoft.com/office/officeart/2024/layout/NumberedLinearArrowProcess"/>
    <dgm:cxn modelId="{BA199D25-1210-8B49-A800-D3DD81A7B4B9}" type="presParOf" srcId="{57EBA808-CBDC-9D44-B26E-149313201829}" destId="{ACD18273-8333-6748-8055-549719C5A2B5}" srcOrd="2" destOrd="0" presId="urn:microsoft.com/office/officeart/2024/layout/NumberedLinearArrowProcess"/>
    <dgm:cxn modelId="{20F7322B-C09F-6348-B4A7-7D3B63DA9BE6}" type="presParOf" srcId="{ACD18273-8333-6748-8055-549719C5A2B5}" destId="{0943EF2E-A0A5-DB4D-8EE9-AF06B3CA8936}" srcOrd="0" destOrd="0" presId="urn:microsoft.com/office/officeart/2024/layout/NumberedLinearArrowProcess"/>
    <dgm:cxn modelId="{244144E6-C1A6-D64D-B89C-E1CB8482BED3}" type="presParOf" srcId="{ACD18273-8333-6748-8055-549719C5A2B5}" destId="{985CC60C-0291-9840-9031-0D6E9ECA7295}" srcOrd="1" destOrd="0" presId="urn:microsoft.com/office/officeart/2024/layout/NumberedLinearArrowProcess"/>
    <dgm:cxn modelId="{649F9F91-5FB4-D644-9BEC-DDB755BEACA0}" type="presParOf" srcId="{985CC60C-0291-9840-9031-0D6E9ECA7295}" destId="{9A13EACD-AF7F-8345-81D6-35E57C8F5A9A}" srcOrd="0" destOrd="0" presId="urn:microsoft.com/office/officeart/2024/layout/NumberedLinearArrowProcess"/>
    <dgm:cxn modelId="{9531F9E7-0AB1-8B4C-96DE-703D370DB155}" type="presParOf" srcId="{985CC60C-0291-9840-9031-0D6E9ECA7295}" destId="{A2F1025A-3929-474E-9C59-A09B89A943C7}" srcOrd="1" destOrd="0" presId="urn:microsoft.com/office/officeart/2024/layout/NumberedLinearArrowProcess"/>
    <dgm:cxn modelId="{5AFDE2F2-85B4-8D46-BCBC-35C36EF0E247}" type="presParOf" srcId="{985CC60C-0291-9840-9031-0D6E9ECA7295}" destId="{A03B0B21-F6E4-4A41-A4DE-BE74221F0CE3}" srcOrd="2" destOrd="0" presId="urn:microsoft.com/office/officeart/2024/layout/NumberedLinearArrowProcess"/>
    <dgm:cxn modelId="{49010E3B-1E7A-984F-BF68-5DB6EAA02FE9}" type="presParOf" srcId="{985CC60C-0291-9840-9031-0D6E9ECA7295}" destId="{41EAC3EA-5236-9E43-8AD1-B2AF895CE0C0}" srcOrd="3" destOrd="0" presId="urn:microsoft.com/office/officeart/2024/layout/NumberedLinearArrowProcess"/>
    <dgm:cxn modelId="{71D1F616-96B1-DC4B-B355-90982A42FCCB}" type="presParOf" srcId="{985CC60C-0291-9840-9031-0D6E9ECA7295}" destId="{24430A25-F56A-0B48-90C0-B298059DC12A}" srcOrd="4" destOrd="0" presId="urn:microsoft.com/office/officeart/2024/layout/NumberedLinearArrowProcess"/>
    <dgm:cxn modelId="{DA01CD68-F307-D14E-BE9D-0DB8FD43DBD3}" type="presParOf" srcId="{ACD18273-8333-6748-8055-549719C5A2B5}" destId="{BA82ABBB-654A-7A4B-9724-986711DBD283}" srcOrd="2" destOrd="0" presId="urn:microsoft.com/office/officeart/2024/layout/NumberedLinearArrowProcess"/>
    <dgm:cxn modelId="{F42025A9-B481-5041-9D13-FDC67C0C53C0}" type="presParOf" srcId="{57EBA808-CBDC-9D44-B26E-149313201829}" destId="{8954DA73-C834-094F-B449-CC5B40A03151}" srcOrd="3" destOrd="0" presId="urn:microsoft.com/office/officeart/2024/layout/NumberedLinearArrowProcess"/>
    <dgm:cxn modelId="{FA56FA68-111A-9A46-84DC-6F4398190E0A}" type="presParOf" srcId="{57EBA808-CBDC-9D44-B26E-149313201829}" destId="{36377322-4005-8046-A810-843733A3427F}" srcOrd="4" destOrd="0" presId="urn:microsoft.com/office/officeart/2024/layout/NumberedLinearArrowProcess"/>
    <dgm:cxn modelId="{650B5CDB-370E-EC4F-B766-F431CBFBE854}" type="presParOf" srcId="{36377322-4005-8046-A810-843733A3427F}" destId="{B47FBC6D-83E3-4344-B328-D2D62F849C73}" srcOrd="0" destOrd="0" presId="urn:microsoft.com/office/officeart/2024/layout/NumberedLinearArrowProcess"/>
    <dgm:cxn modelId="{359ACC56-4B53-A14C-BD08-A4B7FF5D3947}" type="presParOf" srcId="{36377322-4005-8046-A810-843733A3427F}" destId="{340B16DB-4D18-0748-92EE-601C466E3810}" srcOrd="1" destOrd="0" presId="urn:microsoft.com/office/officeart/2024/layout/NumberedLinearArrowProcess"/>
    <dgm:cxn modelId="{EAD8B184-5C2C-2C4B-80D7-3E4241113337}" type="presParOf" srcId="{340B16DB-4D18-0748-92EE-601C466E3810}" destId="{8064ED9D-48A9-8F4F-B7E3-629945E07ABC}" srcOrd="0" destOrd="0" presId="urn:microsoft.com/office/officeart/2024/layout/NumberedLinearArrowProcess"/>
    <dgm:cxn modelId="{2765D28B-30B9-2D46-B85E-9D43A92A56BE}" type="presParOf" srcId="{340B16DB-4D18-0748-92EE-601C466E3810}" destId="{E04B94AD-75A9-2540-ABB8-9F89927DA249}" srcOrd="1" destOrd="0" presId="urn:microsoft.com/office/officeart/2024/layout/NumberedLinearArrowProcess"/>
    <dgm:cxn modelId="{C93F839B-0445-3C47-8988-9103511108A2}" type="presParOf" srcId="{340B16DB-4D18-0748-92EE-601C466E3810}" destId="{EC835FEA-2EEE-DC4A-97C3-473555BC219E}" srcOrd="2" destOrd="0" presId="urn:microsoft.com/office/officeart/2024/layout/NumberedLinearArrowProcess"/>
    <dgm:cxn modelId="{F606142D-A46A-9F42-A2DE-55A8B7E69846}" type="presParOf" srcId="{340B16DB-4D18-0748-92EE-601C466E3810}" destId="{2CC0E9F2-F1CF-EB45-8805-58965F46A40C}" srcOrd="3" destOrd="0" presId="urn:microsoft.com/office/officeart/2024/layout/NumberedLinearArrowProcess"/>
    <dgm:cxn modelId="{3DECFC8E-C169-C843-A1B3-71229CB207F1}" type="presParOf" srcId="{340B16DB-4D18-0748-92EE-601C466E3810}" destId="{874EA103-A356-3D45-9B64-F7808A2AB3A4}" srcOrd="4" destOrd="0" presId="urn:microsoft.com/office/officeart/2024/layout/NumberedLinearArrowProcess"/>
    <dgm:cxn modelId="{15B729DE-8106-C440-9AE8-92463FEA8980}" type="presParOf" srcId="{36377322-4005-8046-A810-843733A3427F}" destId="{C1307A1A-058F-5548-A957-A30CABAFD12F}" srcOrd="2" destOrd="0" presId="urn:microsoft.com/office/officeart/2024/layout/NumberedLinearArrow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F81630-2256-934B-8CE5-7BA614F3053C}" type="doc">
      <dgm:prSet loTypeId="urn:microsoft.com/office/officeart/2024/layout/NumberedLinearArrow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568EAD42-B1B7-3845-B118-368CF72363A5}">
      <dgm:prSet phldrT="[Texto]" custT="1"/>
      <dgm:spPr/>
      <dgm:t>
        <a:bodyPr/>
        <a:lstStyle/>
        <a:p>
          <a:endParaRPr lang="es-ES" sz="2000" dirty="0"/>
        </a:p>
        <a:p>
          <a:r>
            <a:rPr lang="es-ES" sz="2000" b="1" dirty="0"/>
            <a:t>Documéntate y reflexiona </a:t>
          </a:r>
          <a:r>
            <a:rPr lang="es-ES" sz="2000" dirty="0"/>
            <a:t>sobre lo que quieres hacer</a:t>
          </a:r>
          <a:endParaRPr lang="es-ES" sz="1800" b="1" dirty="0"/>
        </a:p>
      </dgm:t>
    </dgm:pt>
    <dgm:pt modelId="{E2661453-00F2-3941-BDDA-DC47596D2B1D}" type="parTrans" cxnId="{2C58DBA7-A3C6-C648-908F-E04D96670A49}">
      <dgm:prSet/>
      <dgm:spPr/>
      <dgm:t>
        <a:bodyPr/>
        <a:lstStyle/>
        <a:p>
          <a:endParaRPr lang="es-ES"/>
        </a:p>
      </dgm:t>
    </dgm:pt>
    <dgm:pt modelId="{33746C30-9C40-7346-9D8D-BE7FF1B45109}" type="sibTrans" cxnId="{2C58DBA7-A3C6-C648-908F-E04D96670A49}">
      <dgm:prSet phldrT="1" phldr="0"/>
      <dgm:spPr/>
      <dgm:t>
        <a:bodyPr/>
        <a:lstStyle/>
        <a:p>
          <a:r>
            <a:rPr lang="es-ES"/>
            <a:t>1</a:t>
          </a:r>
        </a:p>
      </dgm:t>
    </dgm:pt>
    <dgm:pt modelId="{6B7A65CC-FAAF-424D-B433-0F4CE8F263C0}">
      <dgm:prSet phldrT="[Texto]" custT="1"/>
      <dgm:spPr/>
      <dgm:t>
        <a:bodyPr/>
        <a:lstStyle/>
        <a:p>
          <a:br>
            <a:rPr lang="es-ES" sz="2000" dirty="0"/>
          </a:br>
          <a:r>
            <a:rPr lang="es-ES" sz="2000" b="1" dirty="0"/>
            <a:t>Para cada apartado o subapartado</a:t>
          </a:r>
          <a:r>
            <a:rPr lang="es-ES" sz="2000" dirty="0"/>
            <a:t>, redacta tu consulta para la IA </a:t>
          </a:r>
          <a:endParaRPr lang="es-ES" sz="1800" b="1" dirty="0"/>
        </a:p>
      </dgm:t>
    </dgm:pt>
    <dgm:pt modelId="{DBBBF1E1-9569-5A49-9FC1-9996E7D4744C}" type="parTrans" cxnId="{94DF5FF5-0C32-7A42-B50D-46A50D256879}">
      <dgm:prSet/>
      <dgm:spPr/>
      <dgm:t>
        <a:bodyPr/>
        <a:lstStyle/>
        <a:p>
          <a:endParaRPr lang="es-ES"/>
        </a:p>
      </dgm:t>
    </dgm:pt>
    <dgm:pt modelId="{2334BBDB-AD3E-F444-B19E-C74527409763}" type="sibTrans" cxnId="{94DF5FF5-0C32-7A42-B50D-46A50D256879}">
      <dgm:prSet phldrT="3" phldr="0"/>
      <dgm:spPr>
        <a:noFill/>
        <a:ln>
          <a:noFill/>
        </a:ln>
      </dgm:spPr>
      <dgm:t>
        <a:bodyPr/>
        <a:lstStyle/>
        <a:p>
          <a:r>
            <a:rPr lang="es-ES"/>
            <a:t>3</a:t>
          </a:r>
          <a:endParaRPr lang="es-ES" dirty="0"/>
        </a:p>
      </dgm:t>
    </dgm:pt>
    <dgm:pt modelId="{424C0F81-F969-AE40-9A24-BA652B213E4A}">
      <dgm:prSet phldrT="[Texto]" custT="1"/>
      <dgm:spPr/>
      <dgm:t>
        <a:bodyPr/>
        <a:lstStyle/>
        <a:p>
          <a:br>
            <a:rPr lang="es-ES" sz="2000" dirty="0"/>
          </a:br>
          <a:r>
            <a:rPr lang="es-ES" sz="2000" b="1" dirty="0"/>
            <a:t>Revisa cada texto, y también la coherencia</a:t>
          </a:r>
          <a:r>
            <a:rPr lang="es-ES" sz="2000" dirty="0"/>
            <a:t> entre todos ellos. </a:t>
          </a:r>
          <a:endParaRPr lang="es-ES" sz="1600" b="1" dirty="0"/>
        </a:p>
      </dgm:t>
    </dgm:pt>
    <dgm:pt modelId="{0A3CFE44-4DB4-854A-AFF2-91679BE2A987}" type="parTrans" cxnId="{A0D7808B-4064-344D-962E-AC1ABFF2A25D}">
      <dgm:prSet/>
      <dgm:spPr/>
      <dgm:t>
        <a:bodyPr/>
        <a:lstStyle/>
        <a:p>
          <a:endParaRPr lang="es-ES"/>
        </a:p>
      </dgm:t>
    </dgm:pt>
    <dgm:pt modelId="{BBC9409B-28F3-054C-8A0A-4EA352BC7723}" type="sibTrans" cxnId="{A0D7808B-4064-344D-962E-AC1ABFF2A25D}">
      <dgm:prSet phldrT="4" phldr="0"/>
      <dgm:spPr>
        <a:noFill/>
        <a:ln>
          <a:noFill/>
        </a:ln>
      </dgm:spPr>
      <dgm:t>
        <a:bodyPr/>
        <a:lstStyle/>
        <a:p>
          <a:r>
            <a:rPr lang="es-ES"/>
            <a:t>4</a:t>
          </a:r>
        </a:p>
      </dgm:t>
    </dgm:pt>
    <dgm:pt modelId="{43A15C44-1DAE-724A-B8E3-88E1529BB930}">
      <dgm:prSet phldrT="[Texto]" custT="1"/>
      <dgm:spPr/>
      <dgm:t>
        <a:bodyPr/>
        <a:lstStyle/>
        <a:p>
          <a:br>
            <a:rPr lang="es-ES" sz="1600" dirty="0"/>
          </a:br>
          <a:r>
            <a:rPr lang="es-ES" sz="2000" b="1" dirty="0"/>
            <a:t>Crea un índice</a:t>
          </a:r>
          <a:r>
            <a:rPr lang="es-ES" sz="2000" dirty="0"/>
            <a:t> o lista de apartados y subapartados principales</a:t>
          </a:r>
          <a:endParaRPr lang="es-ES" sz="1600" dirty="0"/>
        </a:p>
      </dgm:t>
    </dgm:pt>
    <dgm:pt modelId="{21A19786-86EC-9642-A2E8-E1899B201305}" type="parTrans" cxnId="{DDB3E31F-2A57-7740-A34A-22752A4971DF}">
      <dgm:prSet/>
      <dgm:spPr/>
      <dgm:t>
        <a:bodyPr/>
        <a:lstStyle/>
        <a:p>
          <a:endParaRPr lang="es-ES"/>
        </a:p>
      </dgm:t>
    </dgm:pt>
    <dgm:pt modelId="{34D9AFF2-152C-3845-BE59-11AD1971ADD1}" type="sibTrans" cxnId="{DDB3E31F-2A57-7740-A34A-22752A4971DF}">
      <dgm:prSet phldrT="2" phldr="0"/>
      <dgm:spPr/>
      <dgm:t>
        <a:bodyPr/>
        <a:lstStyle/>
        <a:p>
          <a:r>
            <a:rPr lang="es-ES"/>
            <a:t>2</a:t>
          </a:r>
        </a:p>
      </dgm:t>
    </dgm:pt>
    <dgm:pt modelId="{57EBA808-CBDC-9D44-B26E-149313201829}" type="pres">
      <dgm:prSet presAssocID="{95F81630-2256-934B-8CE5-7BA614F3053C}" presName="linearFlow" presStyleCnt="0">
        <dgm:presLayoutVars>
          <dgm:dir/>
          <dgm:animLvl val="lvl"/>
          <dgm:resizeHandles val="exact"/>
        </dgm:presLayoutVars>
      </dgm:prSet>
      <dgm:spPr/>
    </dgm:pt>
    <dgm:pt modelId="{8B1CE9CB-101E-894B-A3AC-912F948580B7}" type="pres">
      <dgm:prSet presAssocID="{568EAD42-B1B7-3845-B118-368CF72363A5}" presName="compositeNode" presStyleCnt="0"/>
      <dgm:spPr/>
    </dgm:pt>
    <dgm:pt modelId="{88FA8B16-304C-6E47-8160-25EF501F5B28}" type="pres">
      <dgm:prSet presAssocID="{568EAD42-B1B7-3845-B118-368CF72363A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3F2341E-9561-4349-A029-8B2F4A96CD40}" type="pres">
      <dgm:prSet presAssocID="{568EAD42-B1B7-3845-B118-368CF72363A5}" presName="parSh" presStyleCnt="0"/>
      <dgm:spPr/>
    </dgm:pt>
    <dgm:pt modelId="{A33D49F0-FF3A-994A-AE1B-C220DCF5284F}" type="pres">
      <dgm:prSet presAssocID="{568EAD42-B1B7-3845-B118-368CF72363A5}" presName="lineNode" presStyleLbl="alignNode1" presStyleIdx="0" presStyleCnt="12"/>
      <dgm:spPr/>
    </dgm:pt>
    <dgm:pt modelId="{126CC87A-50B2-9046-9D73-27FF4CA114EB}" type="pres">
      <dgm:prSet presAssocID="{568EAD42-B1B7-3845-B118-368CF72363A5}" presName="lineArrowNode" presStyleLbl="alignNode1" presStyleIdx="1" presStyleCnt="12"/>
      <dgm:spPr/>
    </dgm:pt>
    <dgm:pt modelId="{F27B53C8-27E1-C84D-AA49-D5030E22798D}" type="pres">
      <dgm:prSet presAssocID="{33746C30-9C40-7346-9D8D-BE7FF1B45109}" presName="sibTransNodeCircle" presStyleLbl="alignNode1" presStyleIdx="2" presStyleCnt="12">
        <dgm:presLayoutVars>
          <dgm:chMax val="0"/>
          <dgm:bulletEnabled/>
        </dgm:presLayoutVars>
      </dgm:prSet>
      <dgm:spPr/>
    </dgm:pt>
    <dgm:pt modelId="{6666C671-BD8D-D041-AF79-997C93DFAF06}" type="pres">
      <dgm:prSet presAssocID="{33746C30-9C40-7346-9D8D-BE7FF1B45109}" presName="spacerBetweenCircleAndCallout" presStyleCnt="0">
        <dgm:presLayoutVars/>
      </dgm:prSet>
      <dgm:spPr/>
    </dgm:pt>
    <dgm:pt modelId="{405B039D-C1D5-894A-865C-4DB547A7C1C0}" type="pres">
      <dgm:prSet presAssocID="{33746C30-9C40-7346-9D8D-BE7FF1B45109}" presName="verticalConnector" presStyleLbl="alignAccFollowNode1" presStyleIdx="0" presStyleCnt="4"/>
      <dgm:spPr/>
    </dgm:pt>
    <dgm:pt modelId="{34996EFF-0E97-2C4B-B620-0D3E1D245093}" type="pres">
      <dgm:prSet presAssocID="{568EAD42-B1B7-3845-B118-368CF72363A5}" presName="nodeText" presStyleLbl="fgAcc1" presStyleIdx="0" presStyleCnt="4">
        <dgm:presLayoutVars>
          <dgm:bulletEnabled val="1"/>
        </dgm:presLayoutVars>
      </dgm:prSet>
      <dgm:spPr/>
    </dgm:pt>
    <dgm:pt modelId="{D96D54D8-2EB0-314C-BE89-EAB03D9AF03F}" type="pres">
      <dgm:prSet presAssocID="{33746C30-9C40-7346-9D8D-BE7FF1B45109}" presName="sibTransComposite" presStyleCnt="0"/>
      <dgm:spPr/>
    </dgm:pt>
    <dgm:pt modelId="{A1357C71-711A-384F-9B6A-2CE7ABB0067F}" type="pres">
      <dgm:prSet presAssocID="{43A15C44-1DAE-724A-B8E3-88E1529BB930}" presName="compositeNode" presStyleCnt="0"/>
      <dgm:spPr/>
    </dgm:pt>
    <dgm:pt modelId="{F2BB24A9-8CC3-1B4A-8317-47CA1C7F4C7B}" type="pres">
      <dgm:prSet presAssocID="{43A15C44-1DAE-724A-B8E3-88E1529BB93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3438E01-8128-BA4E-B46D-B820C6F34216}" type="pres">
      <dgm:prSet presAssocID="{43A15C44-1DAE-724A-B8E3-88E1529BB930}" presName="parSh" presStyleCnt="0"/>
      <dgm:spPr/>
    </dgm:pt>
    <dgm:pt modelId="{6AC15C0A-F12A-864F-A134-A171D52EE35A}" type="pres">
      <dgm:prSet presAssocID="{43A15C44-1DAE-724A-B8E3-88E1529BB930}" presName="lineNode" presStyleLbl="alignNode1" presStyleIdx="3" presStyleCnt="12"/>
      <dgm:spPr/>
    </dgm:pt>
    <dgm:pt modelId="{9DFB198E-6D9B-E248-9A57-231DAD6742B6}" type="pres">
      <dgm:prSet presAssocID="{43A15C44-1DAE-724A-B8E3-88E1529BB930}" presName="lineArrowNode" presStyleLbl="alignNode1" presStyleIdx="4" presStyleCnt="12"/>
      <dgm:spPr/>
    </dgm:pt>
    <dgm:pt modelId="{28818BF2-D840-1143-AFDC-8B23DF7BA22B}" type="pres">
      <dgm:prSet presAssocID="{34D9AFF2-152C-3845-BE59-11AD1971ADD1}" presName="sibTransNodeCircle" presStyleLbl="alignNode1" presStyleIdx="5" presStyleCnt="12">
        <dgm:presLayoutVars>
          <dgm:chMax val="0"/>
          <dgm:bulletEnabled/>
        </dgm:presLayoutVars>
      </dgm:prSet>
      <dgm:spPr/>
    </dgm:pt>
    <dgm:pt modelId="{27D79FE9-C7F8-6942-9D6D-AFD517F256BE}" type="pres">
      <dgm:prSet presAssocID="{34D9AFF2-152C-3845-BE59-11AD1971ADD1}" presName="spacerBetweenCircleAndCallout" presStyleCnt="0">
        <dgm:presLayoutVars/>
      </dgm:prSet>
      <dgm:spPr/>
    </dgm:pt>
    <dgm:pt modelId="{5E7C84E2-DCCA-F943-BF13-1D2408FD4668}" type="pres">
      <dgm:prSet presAssocID="{34D9AFF2-152C-3845-BE59-11AD1971ADD1}" presName="verticalConnector" presStyleLbl="alignAccFollowNode1" presStyleIdx="1" presStyleCnt="4"/>
      <dgm:spPr/>
    </dgm:pt>
    <dgm:pt modelId="{13304063-4896-B34B-825E-FF1C87CB972D}" type="pres">
      <dgm:prSet presAssocID="{43A15C44-1DAE-724A-B8E3-88E1529BB930}" presName="nodeText" presStyleLbl="fgAcc1" presStyleIdx="1" presStyleCnt="4">
        <dgm:presLayoutVars>
          <dgm:bulletEnabled val="1"/>
        </dgm:presLayoutVars>
      </dgm:prSet>
      <dgm:spPr/>
    </dgm:pt>
    <dgm:pt modelId="{D61449CE-A086-8747-B5C3-907A602F0814}" type="pres">
      <dgm:prSet presAssocID="{34D9AFF2-152C-3845-BE59-11AD1971ADD1}" presName="sibTransComposite" presStyleCnt="0"/>
      <dgm:spPr/>
    </dgm:pt>
    <dgm:pt modelId="{ACD18273-8333-6748-8055-549719C5A2B5}" type="pres">
      <dgm:prSet presAssocID="{6B7A65CC-FAAF-424D-B433-0F4CE8F263C0}" presName="compositeNode" presStyleCnt="0"/>
      <dgm:spPr/>
    </dgm:pt>
    <dgm:pt modelId="{0943EF2E-A0A5-DB4D-8EE9-AF06B3CA8936}" type="pres">
      <dgm:prSet presAssocID="{6B7A65CC-FAAF-424D-B433-0F4CE8F263C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85CC60C-0291-9840-9031-0D6E9ECA7295}" type="pres">
      <dgm:prSet presAssocID="{6B7A65CC-FAAF-424D-B433-0F4CE8F263C0}" presName="parSh" presStyleCnt="0"/>
      <dgm:spPr/>
    </dgm:pt>
    <dgm:pt modelId="{9A13EACD-AF7F-8345-81D6-35E57C8F5A9A}" type="pres">
      <dgm:prSet presAssocID="{6B7A65CC-FAAF-424D-B433-0F4CE8F263C0}" presName="lineNode" presStyleLbl="alignNode1" presStyleIdx="6" presStyleCnt="12" custLinFactY="15500000" custLinFactNeighborX="9477" custLinFactNeighborY="15514237"/>
      <dgm:spPr/>
    </dgm:pt>
    <dgm:pt modelId="{A2F1025A-3929-474E-9C59-A09B89A943C7}" type="pres">
      <dgm:prSet presAssocID="{6B7A65CC-FAAF-424D-B433-0F4CE8F263C0}" presName="lineArrowNode" presStyleLbl="alignNode1" presStyleIdx="7" presStyleCnt="12"/>
      <dgm:spPr/>
    </dgm:pt>
    <dgm:pt modelId="{A03B0B21-F6E4-4A41-A4DE-BE74221F0CE3}" type="pres">
      <dgm:prSet presAssocID="{2334BBDB-AD3E-F444-B19E-C74527409763}" presName="sibTransNodeCircle" presStyleLbl="alignNode1" presStyleIdx="8" presStyleCnt="12" custScaleX="100000" custScaleY="100000" custLinFactNeighborX="27483" custLinFactNeighborY="2097">
        <dgm:presLayoutVars>
          <dgm:chMax val="0"/>
          <dgm:bulletEnabled/>
        </dgm:presLayoutVars>
      </dgm:prSet>
      <dgm:spPr/>
    </dgm:pt>
    <dgm:pt modelId="{41EAC3EA-5236-9E43-8AD1-B2AF895CE0C0}" type="pres">
      <dgm:prSet presAssocID="{2334BBDB-AD3E-F444-B19E-C74527409763}" presName="spacerBetweenCircleAndCallout" presStyleCnt="0">
        <dgm:presLayoutVars/>
      </dgm:prSet>
      <dgm:spPr/>
    </dgm:pt>
    <dgm:pt modelId="{24430A25-F56A-0B48-90C0-B298059DC12A}" type="pres">
      <dgm:prSet presAssocID="{2334BBDB-AD3E-F444-B19E-C74527409763}" presName="verticalConnector" presStyleLbl="alignAccFollowNode1" presStyleIdx="2" presStyleCnt="4"/>
      <dgm:spPr/>
    </dgm:pt>
    <dgm:pt modelId="{BA82ABBB-654A-7A4B-9724-986711DBD283}" type="pres">
      <dgm:prSet presAssocID="{6B7A65CC-FAAF-424D-B433-0F4CE8F263C0}" presName="nodeText" presStyleLbl="fgAcc1" presStyleIdx="2" presStyleCnt="4">
        <dgm:presLayoutVars>
          <dgm:bulletEnabled val="1"/>
        </dgm:presLayoutVars>
      </dgm:prSet>
      <dgm:spPr/>
    </dgm:pt>
    <dgm:pt modelId="{8954DA73-C834-094F-B449-CC5B40A03151}" type="pres">
      <dgm:prSet presAssocID="{2334BBDB-AD3E-F444-B19E-C74527409763}" presName="sibTransComposite" presStyleCnt="0"/>
      <dgm:spPr/>
    </dgm:pt>
    <dgm:pt modelId="{36377322-4005-8046-A810-843733A3427F}" type="pres">
      <dgm:prSet presAssocID="{424C0F81-F969-AE40-9A24-BA652B213E4A}" presName="compositeNode" presStyleCnt="0"/>
      <dgm:spPr/>
    </dgm:pt>
    <dgm:pt modelId="{B47FBC6D-83E3-4344-B328-D2D62F849C73}" type="pres">
      <dgm:prSet presAssocID="{424C0F81-F969-AE40-9A24-BA652B213E4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40B16DB-4D18-0748-92EE-601C466E3810}" type="pres">
      <dgm:prSet presAssocID="{424C0F81-F969-AE40-9A24-BA652B213E4A}" presName="parSh" presStyleCnt="0"/>
      <dgm:spPr/>
    </dgm:pt>
    <dgm:pt modelId="{8064ED9D-48A9-8F4F-B7E3-629945E07ABC}" type="pres">
      <dgm:prSet presAssocID="{424C0F81-F969-AE40-9A24-BA652B213E4A}" presName="lineNode" presStyleLbl="alignNode1" presStyleIdx="9" presStyleCnt="12"/>
      <dgm:spPr/>
    </dgm:pt>
    <dgm:pt modelId="{E04B94AD-75A9-2540-ABB8-9F89927DA249}" type="pres">
      <dgm:prSet presAssocID="{424C0F81-F969-AE40-9A24-BA652B213E4A}" presName="lineArrowNode" presStyleLbl="alignNode1" presStyleIdx="10" presStyleCnt="12"/>
      <dgm:spPr/>
    </dgm:pt>
    <dgm:pt modelId="{EC835FEA-2EEE-DC4A-97C3-473555BC219E}" type="pres">
      <dgm:prSet presAssocID="{BBC9409B-28F3-054C-8A0A-4EA352BC7723}" presName="sibTransNodeCircle" presStyleLbl="alignNode1" presStyleIdx="11" presStyleCnt="12">
        <dgm:presLayoutVars>
          <dgm:chMax val="0"/>
          <dgm:bulletEnabled/>
        </dgm:presLayoutVars>
      </dgm:prSet>
      <dgm:spPr/>
    </dgm:pt>
    <dgm:pt modelId="{2CC0E9F2-F1CF-EB45-8805-58965F46A40C}" type="pres">
      <dgm:prSet presAssocID="{BBC9409B-28F3-054C-8A0A-4EA352BC7723}" presName="spacerBetweenCircleAndCallout" presStyleCnt="0">
        <dgm:presLayoutVars/>
      </dgm:prSet>
      <dgm:spPr/>
    </dgm:pt>
    <dgm:pt modelId="{874EA103-A356-3D45-9B64-F7808A2AB3A4}" type="pres">
      <dgm:prSet presAssocID="{BBC9409B-28F3-054C-8A0A-4EA352BC7723}" presName="verticalConnector" presStyleLbl="alignAccFollowNode1" presStyleIdx="3" presStyleCnt="4"/>
      <dgm:spPr/>
    </dgm:pt>
    <dgm:pt modelId="{C1307A1A-058F-5548-A957-A30CABAFD12F}" type="pres">
      <dgm:prSet presAssocID="{424C0F81-F969-AE40-9A24-BA652B213E4A}" presName="nodeText" presStyleLbl="fgAcc1" presStyleIdx="3" presStyleCnt="4">
        <dgm:presLayoutVars>
          <dgm:bulletEnabled val="1"/>
        </dgm:presLayoutVars>
      </dgm:prSet>
      <dgm:spPr/>
    </dgm:pt>
  </dgm:ptLst>
  <dgm:cxnLst>
    <dgm:cxn modelId="{DDB3E31F-2A57-7740-A34A-22752A4971DF}" srcId="{95F81630-2256-934B-8CE5-7BA614F3053C}" destId="{43A15C44-1DAE-724A-B8E3-88E1529BB930}" srcOrd="1" destOrd="0" parTransId="{21A19786-86EC-9642-A2E8-E1899B201305}" sibTransId="{34D9AFF2-152C-3845-BE59-11AD1971ADD1}"/>
    <dgm:cxn modelId="{AC790225-3F01-4243-A0A8-1390A3497C9D}" type="presOf" srcId="{43A15C44-1DAE-724A-B8E3-88E1529BB930}" destId="{9DFB198E-6D9B-E248-9A57-231DAD6742B6}" srcOrd="0" destOrd="0" presId="urn:microsoft.com/office/officeart/2024/layout/NumberedLinearArrowProcess"/>
    <dgm:cxn modelId="{11C2D038-D9D7-6040-9F54-5F00E43F0A28}" type="presOf" srcId="{33746C30-9C40-7346-9D8D-BE7FF1B45109}" destId="{F27B53C8-27E1-C84D-AA49-D5030E22798D}" srcOrd="0" destOrd="0" presId="urn:microsoft.com/office/officeart/2024/layout/NumberedLinearArrowProcess"/>
    <dgm:cxn modelId="{3BC9C047-581F-CF42-BDF0-C0678295C8B7}" type="presOf" srcId="{6B7A65CC-FAAF-424D-B433-0F4CE8F263C0}" destId="{BA82ABBB-654A-7A4B-9724-986711DBD283}" srcOrd="1" destOrd="0" presId="urn:microsoft.com/office/officeart/2024/layout/NumberedLinearArrowProcess"/>
    <dgm:cxn modelId="{09E54C49-7ACE-634D-B134-2DC1173FE9FA}" type="presOf" srcId="{2334BBDB-AD3E-F444-B19E-C74527409763}" destId="{A03B0B21-F6E4-4A41-A4DE-BE74221F0CE3}" srcOrd="0" destOrd="0" presId="urn:microsoft.com/office/officeart/2024/layout/NumberedLinearArrowProcess"/>
    <dgm:cxn modelId="{45F8C05E-ED94-4B42-BE11-0DD923F44DF4}" type="presOf" srcId="{6B7A65CC-FAAF-424D-B433-0F4CE8F263C0}" destId="{A2F1025A-3929-474E-9C59-A09B89A943C7}" srcOrd="0" destOrd="0" presId="urn:microsoft.com/office/officeart/2024/layout/NumberedLinearArrowProcess"/>
    <dgm:cxn modelId="{32605661-92B7-0447-B4DA-D72162B173F1}" type="presOf" srcId="{568EAD42-B1B7-3845-B118-368CF72363A5}" destId="{34996EFF-0E97-2C4B-B620-0D3E1D245093}" srcOrd="1" destOrd="0" presId="urn:microsoft.com/office/officeart/2024/layout/NumberedLinearArrowProcess"/>
    <dgm:cxn modelId="{22E9197B-D50B-3C44-8263-2ADE83097056}" type="presOf" srcId="{95F81630-2256-934B-8CE5-7BA614F3053C}" destId="{57EBA808-CBDC-9D44-B26E-149313201829}" srcOrd="0" destOrd="0" presId="urn:microsoft.com/office/officeart/2024/layout/NumberedLinearArrowProcess"/>
    <dgm:cxn modelId="{A0D7808B-4064-344D-962E-AC1ABFF2A25D}" srcId="{95F81630-2256-934B-8CE5-7BA614F3053C}" destId="{424C0F81-F969-AE40-9A24-BA652B213E4A}" srcOrd="3" destOrd="0" parTransId="{0A3CFE44-4DB4-854A-AFF2-91679BE2A987}" sibTransId="{BBC9409B-28F3-054C-8A0A-4EA352BC7723}"/>
    <dgm:cxn modelId="{6384419B-1B75-8041-9D56-79D8634685BA}" type="presOf" srcId="{424C0F81-F969-AE40-9A24-BA652B213E4A}" destId="{C1307A1A-058F-5548-A957-A30CABAFD12F}" srcOrd="1" destOrd="0" presId="urn:microsoft.com/office/officeart/2024/layout/NumberedLinearArrowProcess"/>
    <dgm:cxn modelId="{2C58DBA7-A3C6-C648-908F-E04D96670A49}" srcId="{95F81630-2256-934B-8CE5-7BA614F3053C}" destId="{568EAD42-B1B7-3845-B118-368CF72363A5}" srcOrd="0" destOrd="0" parTransId="{E2661453-00F2-3941-BDDA-DC47596D2B1D}" sibTransId="{33746C30-9C40-7346-9D8D-BE7FF1B45109}"/>
    <dgm:cxn modelId="{500258B7-5172-2347-A171-A02FAC3AD166}" type="presOf" srcId="{568EAD42-B1B7-3845-B118-368CF72363A5}" destId="{126CC87A-50B2-9046-9D73-27FF4CA114EB}" srcOrd="0" destOrd="0" presId="urn:microsoft.com/office/officeart/2024/layout/NumberedLinearArrowProcess"/>
    <dgm:cxn modelId="{2AAD62BF-4778-F146-B3F0-39C9BB54D0E4}" type="presOf" srcId="{34D9AFF2-152C-3845-BE59-11AD1971ADD1}" destId="{28818BF2-D840-1143-AFDC-8B23DF7BA22B}" srcOrd="0" destOrd="0" presId="urn:microsoft.com/office/officeart/2024/layout/NumberedLinearArrowProcess"/>
    <dgm:cxn modelId="{C41F50EF-C32F-EB43-9AB7-9DB9E74CF337}" type="presOf" srcId="{424C0F81-F969-AE40-9A24-BA652B213E4A}" destId="{E04B94AD-75A9-2540-ABB8-9F89927DA249}" srcOrd="0" destOrd="0" presId="urn:microsoft.com/office/officeart/2024/layout/NumberedLinearArrowProcess"/>
    <dgm:cxn modelId="{94DF5FF5-0C32-7A42-B50D-46A50D256879}" srcId="{95F81630-2256-934B-8CE5-7BA614F3053C}" destId="{6B7A65CC-FAAF-424D-B433-0F4CE8F263C0}" srcOrd="2" destOrd="0" parTransId="{DBBBF1E1-9569-5A49-9FC1-9996E7D4744C}" sibTransId="{2334BBDB-AD3E-F444-B19E-C74527409763}"/>
    <dgm:cxn modelId="{041B7CF5-E8E3-1F4C-8CCA-18C91EBBFDC4}" type="presOf" srcId="{BBC9409B-28F3-054C-8A0A-4EA352BC7723}" destId="{EC835FEA-2EEE-DC4A-97C3-473555BC219E}" srcOrd="0" destOrd="0" presId="urn:microsoft.com/office/officeart/2024/layout/NumberedLinearArrowProcess"/>
    <dgm:cxn modelId="{0685D8FF-E19E-BA48-A6DB-15C0D95EBC6E}" type="presOf" srcId="{43A15C44-1DAE-724A-B8E3-88E1529BB930}" destId="{13304063-4896-B34B-825E-FF1C87CB972D}" srcOrd="1" destOrd="0" presId="urn:microsoft.com/office/officeart/2024/layout/NumberedLinearArrowProcess"/>
    <dgm:cxn modelId="{D5ACC168-E48F-1542-B495-35007740758F}" type="presParOf" srcId="{57EBA808-CBDC-9D44-B26E-149313201829}" destId="{8B1CE9CB-101E-894B-A3AC-912F948580B7}" srcOrd="0" destOrd="0" presId="urn:microsoft.com/office/officeart/2024/layout/NumberedLinearArrowProcess"/>
    <dgm:cxn modelId="{4A76858F-8E44-D74F-9C49-B3F2905D49AC}" type="presParOf" srcId="{8B1CE9CB-101E-894B-A3AC-912F948580B7}" destId="{88FA8B16-304C-6E47-8160-25EF501F5B28}" srcOrd="0" destOrd="0" presId="urn:microsoft.com/office/officeart/2024/layout/NumberedLinearArrowProcess"/>
    <dgm:cxn modelId="{ECE0496C-03DD-DC46-B3D1-6806F5BF1256}" type="presParOf" srcId="{8B1CE9CB-101E-894B-A3AC-912F948580B7}" destId="{23F2341E-9561-4349-A029-8B2F4A96CD40}" srcOrd="1" destOrd="0" presId="urn:microsoft.com/office/officeart/2024/layout/NumberedLinearArrowProcess"/>
    <dgm:cxn modelId="{0178E85B-A5CC-EC4F-9C10-A8256C147710}" type="presParOf" srcId="{23F2341E-9561-4349-A029-8B2F4A96CD40}" destId="{A33D49F0-FF3A-994A-AE1B-C220DCF5284F}" srcOrd="0" destOrd="0" presId="urn:microsoft.com/office/officeart/2024/layout/NumberedLinearArrowProcess"/>
    <dgm:cxn modelId="{0DDBFF9E-C011-624E-A228-B73E13A79C6C}" type="presParOf" srcId="{23F2341E-9561-4349-A029-8B2F4A96CD40}" destId="{126CC87A-50B2-9046-9D73-27FF4CA114EB}" srcOrd="1" destOrd="0" presId="urn:microsoft.com/office/officeart/2024/layout/NumberedLinearArrowProcess"/>
    <dgm:cxn modelId="{2426A75D-A4B2-974F-8E17-E4D094833BAB}" type="presParOf" srcId="{23F2341E-9561-4349-A029-8B2F4A96CD40}" destId="{F27B53C8-27E1-C84D-AA49-D5030E22798D}" srcOrd="2" destOrd="0" presId="urn:microsoft.com/office/officeart/2024/layout/NumberedLinearArrowProcess"/>
    <dgm:cxn modelId="{2338AA0B-54E2-E844-9E8B-4213B1D03497}" type="presParOf" srcId="{23F2341E-9561-4349-A029-8B2F4A96CD40}" destId="{6666C671-BD8D-D041-AF79-997C93DFAF06}" srcOrd="3" destOrd="0" presId="urn:microsoft.com/office/officeart/2024/layout/NumberedLinearArrowProcess"/>
    <dgm:cxn modelId="{8B08D77B-B722-E14D-8DF7-244E5EF5FB46}" type="presParOf" srcId="{23F2341E-9561-4349-A029-8B2F4A96CD40}" destId="{405B039D-C1D5-894A-865C-4DB547A7C1C0}" srcOrd="4" destOrd="0" presId="urn:microsoft.com/office/officeart/2024/layout/NumberedLinearArrowProcess"/>
    <dgm:cxn modelId="{98044A6E-7EBC-D247-8A72-64A560F15C80}" type="presParOf" srcId="{8B1CE9CB-101E-894B-A3AC-912F948580B7}" destId="{34996EFF-0E97-2C4B-B620-0D3E1D245093}" srcOrd="2" destOrd="0" presId="urn:microsoft.com/office/officeart/2024/layout/NumberedLinearArrowProcess"/>
    <dgm:cxn modelId="{187AFCCC-4E87-264A-AED4-FE5CAABE99F8}" type="presParOf" srcId="{57EBA808-CBDC-9D44-B26E-149313201829}" destId="{D96D54D8-2EB0-314C-BE89-EAB03D9AF03F}" srcOrd="1" destOrd="0" presId="urn:microsoft.com/office/officeart/2024/layout/NumberedLinearArrowProcess"/>
    <dgm:cxn modelId="{46511251-A469-554F-A079-3002A9BBE552}" type="presParOf" srcId="{57EBA808-CBDC-9D44-B26E-149313201829}" destId="{A1357C71-711A-384F-9B6A-2CE7ABB0067F}" srcOrd="2" destOrd="0" presId="urn:microsoft.com/office/officeart/2024/layout/NumberedLinearArrowProcess"/>
    <dgm:cxn modelId="{A35A10DC-573B-104E-8A41-CB1C7F089F42}" type="presParOf" srcId="{A1357C71-711A-384F-9B6A-2CE7ABB0067F}" destId="{F2BB24A9-8CC3-1B4A-8317-47CA1C7F4C7B}" srcOrd="0" destOrd="0" presId="urn:microsoft.com/office/officeart/2024/layout/NumberedLinearArrowProcess"/>
    <dgm:cxn modelId="{815F2416-0C94-F143-AA7E-A98085DA585C}" type="presParOf" srcId="{A1357C71-711A-384F-9B6A-2CE7ABB0067F}" destId="{F3438E01-8128-BA4E-B46D-B820C6F34216}" srcOrd="1" destOrd="0" presId="urn:microsoft.com/office/officeart/2024/layout/NumberedLinearArrowProcess"/>
    <dgm:cxn modelId="{9B73ED38-C790-414F-89A7-66CB9C31C2AE}" type="presParOf" srcId="{F3438E01-8128-BA4E-B46D-B820C6F34216}" destId="{6AC15C0A-F12A-864F-A134-A171D52EE35A}" srcOrd="0" destOrd="0" presId="urn:microsoft.com/office/officeart/2024/layout/NumberedLinearArrowProcess"/>
    <dgm:cxn modelId="{D6A9D183-825E-5C45-B852-B9CF4F88304C}" type="presParOf" srcId="{F3438E01-8128-BA4E-B46D-B820C6F34216}" destId="{9DFB198E-6D9B-E248-9A57-231DAD6742B6}" srcOrd="1" destOrd="0" presId="urn:microsoft.com/office/officeart/2024/layout/NumberedLinearArrowProcess"/>
    <dgm:cxn modelId="{D0392497-FD59-A045-A6E4-2B9D708DF4B0}" type="presParOf" srcId="{F3438E01-8128-BA4E-B46D-B820C6F34216}" destId="{28818BF2-D840-1143-AFDC-8B23DF7BA22B}" srcOrd="2" destOrd="0" presId="urn:microsoft.com/office/officeart/2024/layout/NumberedLinearArrowProcess"/>
    <dgm:cxn modelId="{17B8BEFB-60D0-D840-8B4E-8D5F76FFA209}" type="presParOf" srcId="{F3438E01-8128-BA4E-B46D-B820C6F34216}" destId="{27D79FE9-C7F8-6942-9D6D-AFD517F256BE}" srcOrd="3" destOrd="0" presId="urn:microsoft.com/office/officeart/2024/layout/NumberedLinearArrowProcess"/>
    <dgm:cxn modelId="{1D813A6D-E781-3646-AE51-DC7F6BC5AC25}" type="presParOf" srcId="{F3438E01-8128-BA4E-B46D-B820C6F34216}" destId="{5E7C84E2-DCCA-F943-BF13-1D2408FD4668}" srcOrd="4" destOrd="0" presId="urn:microsoft.com/office/officeart/2024/layout/NumberedLinearArrowProcess"/>
    <dgm:cxn modelId="{9A6E2DCB-8CE7-FB40-8DC3-CEF82C5EE713}" type="presParOf" srcId="{A1357C71-711A-384F-9B6A-2CE7ABB0067F}" destId="{13304063-4896-B34B-825E-FF1C87CB972D}" srcOrd="2" destOrd="0" presId="urn:microsoft.com/office/officeart/2024/layout/NumberedLinearArrowProcess"/>
    <dgm:cxn modelId="{00E0D9DE-DF79-FA44-A984-AA10936262FD}" type="presParOf" srcId="{57EBA808-CBDC-9D44-B26E-149313201829}" destId="{D61449CE-A086-8747-B5C3-907A602F0814}" srcOrd="3" destOrd="0" presId="urn:microsoft.com/office/officeart/2024/layout/NumberedLinearArrowProcess"/>
    <dgm:cxn modelId="{BA199D25-1210-8B49-A800-D3DD81A7B4B9}" type="presParOf" srcId="{57EBA808-CBDC-9D44-B26E-149313201829}" destId="{ACD18273-8333-6748-8055-549719C5A2B5}" srcOrd="4" destOrd="0" presId="urn:microsoft.com/office/officeart/2024/layout/NumberedLinearArrowProcess"/>
    <dgm:cxn modelId="{20F7322B-C09F-6348-B4A7-7D3B63DA9BE6}" type="presParOf" srcId="{ACD18273-8333-6748-8055-549719C5A2B5}" destId="{0943EF2E-A0A5-DB4D-8EE9-AF06B3CA8936}" srcOrd="0" destOrd="0" presId="urn:microsoft.com/office/officeart/2024/layout/NumberedLinearArrowProcess"/>
    <dgm:cxn modelId="{244144E6-C1A6-D64D-B89C-E1CB8482BED3}" type="presParOf" srcId="{ACD18273-8333-6748-8055-549719C5A2B5}" destId="{985CC60C-0291-9840-9031-0D6E9ECA7295}" srcOrd="1" destOrd="0" presId="urn:microsoft.com/office/officeart/2024/layout/NumberedLinearArrowProcess"/>
    <dgm:cxn modelId="{649F9F91-5FB4-D644-9BEC-DDB755BEACA0}" type="presParOf" srcId="{985CC60C-0291-9840-9031-0D6E9ECA7295}" destId="{9A13EACD-AF7F-8345-81D6-35E57C8F5A9A}" srcOrd="0" destOrd="0" presId="urn:microsoft.com/office/officeart/2024/layout/NumberedLinearArrowProcess"/>
    <dgm:cxn modelId="{9531F9E7-0AB1-8B4C-96DE-703D370DB155}" type="presParOf" srcId="{985CC60C-0291-9840-9031-0D6E9ECA7295}" destId="{A2F1025A-3929-474E-9C59-A09B89A943C7}" srcOrd="1" destOrd="0" presId="urn:microsoft.com/office/officeart/2024/layout/NumberedLinearArrowProcess"/>
    <dgm:cxn modelId="{5AFDE2F2-85B4-8D46-BCBC-35C36EF0E247}" type="presParOf" srcId="{985CC60C-0291-9840-9031-0D6E9ECA7295}" destId="{A03B0B21-F6E4-4A41-A4DE-BE74221F0CE3}" srcOrd="2" destOrd="0" presId="urn:microsoft.com/office/officeart/2024/layout/NumberedLinearArrowProcess"/>
    <dgm:cxn modelId="{49010E3B-1E7A-984F-BF68-5DB6EAA02FE9}" type="presParOf" srcId="{985CC60C-0291-9840-9031-0D6E9ECA7295}" destId="{41EAC3EA-5236-9E43-8AD1-B2AF895CE0C0}" srcOrd="3" destOrd="0" presId="urn:microsoft.com/office/officeart/2024/layout/NumberedLinearArrowProcess"/>
    <dgm:cxn modelId="{71D1F616-96B1-DC4B-B355-90982A42FCCB}" type="presParOf" srcId="{985CC60C-0291-9840-9031-0D6E9ECA7295}" destId="{24430A25-F56A-0B48-90C0-B298059DC12A}" srcOrd="4" destOrd="0" presId="urn:microsoft.com/office/officeart/2024/layout/NumberedLinearArrowProcess"/>
    <dgm:cxn modelId="{DA01CD68-F307-D14E-BE9D-0DB8FD43DBD3}" type="presParOf" srcId="{ACD18273-8333-6748-8055-549719C5A2B5}" destId="{BA82ABBB-654A-7A4B-9724-986711DBD283}" srcOrd="2" destOrd="0" presId="urn:microsoft.com/office/officeart/2024/layout/NumberedLinearArrowProcess"/>
    <dgm:cxn modelId="{F42025A9-B481-5041-9D13-FDC67C0C53C0}" type="presParOf" srcId="{57EBA808-CBDC-9D44-B26E-149313201829}" destId="{8954DA73-C834-094F-B449-CC5B40A03151}" srcOrd="5" destOrd="0" presId="urn:microsoft.com/office/officeart/2024/layout/NumberedLinearArrowProcess"/>
    <dgm:cxn modelId="{FA56FA68-111A-9A46-84DC-6F4398190E0A}" type="presParOf" srcId="{57EBA808-CBDC-9D44-B26E-149313201829}" destId="{36377322-4005-8046-A810-843733A3427F}" srcOrd="6" destOrd="0" presId="urn:microsoft.com/office/officeart/2024/layout/NumberedLinearArrowProcess"/>
    <dgm:cxn modelId="{650B5CDB-370E-EC4F-B766-F431CBFBE854}" type="presParOf" srcId="{36377322-4005-8046-A810-843733A3427F}" destId="{B47FBC6D-83E3-4344-B328-D2D62F849C73}" srcOrd="0" destOrd="0" presId="urn:microsoft.com/office/officeart/2024/layout/NumberedLinearArrowProcess"/>
    <dgm:cxn modelId="{359ACC56-4B53-A14C-BD08-A4B7FF5D3947}" type="presParOf" srcId="{36377322-4005-8046-A810-843733A3427F}" destId="{340B16DB-4D18-0748-92EE-601C466E3810}" srcOrd="1" destOrd="0" presId="urn:microsoft.com/office/officeart/2024/layout/NumberedLinearArrowProcess"/>
    <dgm:cxn modelId="{EAD8B184-5C2C-2C4B-80D7-3E4241113337}" type="presParOf" srcId="{340B16DB-4D18-0748-92EE-601C466E3810}" destId="{8064ED9D-48A9-8F4F-B7E3-629945E07ABC}" srcOrd="0" destOrd="0" presId="urn:microsoft.com/office/officeart/2024/layout/NumberedLinearArrowProcess"/>
    <dgm:cxn modelId="{2765D28B-30B9-2D46-B85E-9D43A92A56BE}" type="presParOf" srcId="{340B16DB-4D18-0748-92EE-601C466E3810}" destId="{E04B94AD-75A9-2540-ABB8-9F89927DA249}" srcOrd="1" destOrd="0" presId="urn:microsoft.com/office/officeart/2024/layout/NumberedLinearArrowProcess"/>
    <dgm:cxn modelId="{C93F839B-0445-3C47-8988-9103511108A2}" type="presParOf" srcId="{340B16DB-4D18-0748-92EE-601C466E3810}" destId="{EC835FEA-2EEE-DC4A-97C3-473555BC219E}" srcOrd="2" destOrd="0" presId="urn:microsoft.com/office/officeart/2024/layout/NumberedLinearArrowProcess"/>
    <dgm:cxn modelId="{F606142D-A46A-9F42-A2DE-55A8B7E69846}" type="presParOf" srcId="{340B16DB-4D18-0748-92EE-601C466E3810}" destId="{2CC0E9F2-F1CF-EB45-8805-58965F46A40C}" srcOrd="3" destOrd="0" presId="urn:microsoft.com/office/officeart/2024/layout/NumberedLinearArrowProcess"/>
    <dgm:cxn modelId="{3DECFC8E-C169-C843-A1B3-71229CB207F1}" type="presParOf" srcId="{340B16DB-4D18-0748-92EE-601C466E3810}" destId="{874EA103-A356-3D45-9B64-F7808A2AB3A4}" srcOrd="4" destOrd="0" presId="urn:microsoft.com/office/officeart/2024/layout/NumberedLinearArrowProcess"/>
    <dgm:cxn modelId="{15B729DE-8106-C440-9AE8-92463FEA8980}" type="presParOf" srcId="{36377322-4005-8046-A810-843733A3427F}" destId="{C1307A1A-058F-5548-A957-A30CABAFD12F}" srcOrd="2" destOrd="0" presId="urn:microsoft.com/office/officeart/2024/layout/NumberedLinear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D49F0-FF3A-994A-AE1B-C220DCF5284F}">
      <dsp:nvSpPr>
        <dsp:cNvPr id="0" name=""/>
        <dsp:cNvSpPr/>
      </dsp:nvSpPr>
      <dsp:spPr>
        <a:xfrm>
          <a:off x="2261148" y="1228541"/>
          <a:ext cx="1435087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CC87A-50B2-9046-9D73-27FF4CA114EB}">
      <dsp:nvSpPr>
        <dsp:cNvPr id="0" name=""/>
        <dsp:cNvSpPr/>
      </dsp:nvSpPr>
      <dsp:spPr>
        <a:xfrm>
          <a:off x="3573228" y="1142646"/>
          <a:ext cx="188611" cy="180569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091" tIns="165100" rIns="65091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Reflexiona</a:t>
          </a:r>
          <a:r>
            <a:rPr lang="es-ES" sz="2000" kern="1200" dirty="0"/>
            <a:t> sobre lo que necesitas que la IA escriba</a:t>
          </a:r>
          <a:endParaRPr lang="es-ES" sz="1800" b="1" kern="1200" dirty="0"/>
        </a:p>
      </dsp:txBody>
      <dsp:txXfrm>
        <a:off x="263006" y="1997348"/>
        <a:ext cx="3586259" cy="1670836"/>
      </dsp:txXfrm>
    </dsp:sp>
    <dsp:sp modelId="{F27B53C8-27E1-C84D-AA49-D5030E22798D}">
      <dsp:nvSpPr>
        <dsp:cNvPr id="0" name=""/>
        <dsp:cNvSpPr/>
      </dsp:nvSpPr>
      <dsp:spPr>
        <a:xfrm>
          <a:off x="1763713" y="936154"/>
          <a:ext cx="584844" cy="5848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695" tIns="22695" rIns="22695" bIns="2269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1</a:t>
          </a:r>
        </a:p>
      </dsp:txBody>
      <dsp:txXfrm>
        <a:off x="1849361" y="1021802"/>
        <a:ext cx="413548" cy="413548"/>
      </dsp:txXfrm>
    </dsp:sp>
    <dsp:sp modelId="{405B039D-C1D5-894A-865C-4DB547A7C1C0}">
      <dsp:nvSpPr>
        <dsp:cNvPr id="0" name=""/>
        <dsp:cNvSpPr/>
      </dsp:nvSpPr>
      <dsp:spPr>
        <a:xfrm>
          <a:off x="2056100" y="1592528"/>
          <a:ext cx="72" cy="3511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996EFF-0E97-2C4B-B620-0D3E1D245093}">
      <dsp:nvSpPr>
        <dsp:cNvPr id="0" name=""/>
        <dsp:cNvSpPr/>
      </dsp:nvSpPr>
      <dsp:spPr>
        <a:xfrm>
          <a:off x="211024" y="1945366"/>
          <a:ext cx="3690223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91" tIns="165100" rIns="65091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Reflexiona</a:t>
          </a:r>
          <a:r>
            <a:rPr lang="es-ES" sz="2000" kern="1200" dirty="0"/>
            <a:t> sobre lo que necesitas que la IA escriba</a:t>
          </a:r>
          <a:endParaRPr lang="es-ES" sz="1800" b="1" kern="1200" dirty="0"/>
        </a:p>
      </dsp:txBody>
      <dsp:txXfrm>
        <a:off x="263006" y="1997348"/>
        <a:ext cx="3586259" cy="1670836"/>
      </dsp:txXfrm>
    </dsp:sp>
    <dsp:sp modelId="{9A13EACD-AF7F-8345-81D6-35E57C8F5A9A}">
      <dsp:nvSpPr>
        <dsp:cNvPr id="0" name=""/>
        <dsp:cNvSpPr/>
      </dsp:nvSpPr>
      <dsp:spPr>
        <a:xfrm>
          <a:off x="4106260" y="1227734"/>
          <a:ext cx="3690223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F1025A-3929-474E-9C59-A09B89A943C7}">
      <dsp:nvSpPr>
        <dsp:cNvPr id="0" name=""/>
        <dsp:cNvSpPr/>
      </dsp:nvSpPr>
      <dsp:spPr>
        <a:xfrm>
          <a:off x="7673476" y="1141839"/>
          <a:ext cx="188611" cy="181259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091" tIns="165100" rIns="65091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2000" kern="1200" dirty="0"/>
          </a:br>
          <a:r>
            <a:rPr lang="es-ES" sz="2000" b="1" kern="1200" dirty="0"/>
            <a:t>Redacta</a:t>
          </a:r>
          <a:r>
            <a:rPr lang="es-ES" sz="2000" kern="1200" dirty="0"/>
            <a:t> tu consulta para la IA </a:t>
          </a:r>
          <a:endParaRPr lang="es-ES" sz="1800" b="1" kern="1200" dirty="0"/>
        </a:p>
      </dsp:txBody>
      <dsp:txXfrm>
        <a:off x="4363255" y="1997348"/>
        <a:ext cx="3586259" cy="1670836"/>
      </dsp:txXfrm>
    </dsp:sp>
    <dsp:sp modelId="{A03B0B21-F6E4-4A41-A4DE-BE74221F0CE3}">
      <dsp:nvSpPr>
        <dsp:cNvPr id="0" name=""/>
        <dsp:cNvSpPr/>
      </dsp:nvSpPr>
      <dsp:spPr>
        <a:xfrm>
          <a:off x="5863962" y="935347"/>
          <a:ext cx="584844" cy="5848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695" tIns="22695" rIns="22695" bIns="2269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2</a:t>
          </a:r>
          <a:endParaRPr lang="es-ES" sz="2600" kern="1200" dirty="0"/>
        </a:p>
      </dsp:txBody>
      <dsp:txXfrm>
        <a:off x="5949610" y="1020995"/>
        <a:ext cx="413548" cy="413548"/>
      </dsp:txXfrm>
    </dsp:sp>
    <dsp:sp modelId="{24430A25-F56A-0B48-90C0-B298059DC12A}">
      <dsp:nvSpPr>
        <dsp:cNvPr id="0" name=""/>
        <dsp:cNvSpPr/>
      </dsp:nvSpPr>
      <dsp:spPr>
        <a:xfrm>
          <a:off x="6156349" y="1591994"/>
          <a:ext cx="72" cy="352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82ABBB-654A-7A4B-9724-986711DBD283}">
      <dsp:nvSpPr>
        <dsp:cNvPr id="0" name=""/>
        <dsp:cNvSpPr/>
      </dsp:nvSpPr>
      <dsp:spPr>
        <a:xfrm>
          <a:off x="4311273" y="1945366"/>
          <a:ext cx="3690223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91" tIns="165100" rIns="65091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2000" kern="1200" dirty="0"/>
          </a:br>
          <a:r>
            <a:rPr lang="es-ES" sz="2000" b="1" kern="1200" dirty="0"/>
            <a:t>Redacta</a:t>
          </a:r>
          <a:r>
            <a:rPr lang="es-ES" sz="2000" kern="1200" dirty="0"/>
            <a:t> tu consulta para la IA </a:t>
          </a:r>
          <a:endParaRPr lang="es-ES" sz="1800" b="1" kern="1200" dirty="0"/>
        </a:p>
      </dsp:txBody>
      <dsp:txXfrm>
        <a:off x="4363255" y="1997348"/>
        <a:ext cx="3586259" cy="1670836"/>
      </dsp:txXfrm>
    </dsp:sp>
    <dsp:sp modelId="{8064ED9D-48A9-8F4F-B7E3-629945E07ABC}">
      <dsp:nvSpPr>
        <dsp:cNvPr id="0" name=""/>
        <dsp:cNvSpPr/>
      </dsp:nvSpPr>
      <dsp:spPr>
        <a:xfrm>
          <a:off x="8206509" y="1226810"/>
          <a:ext cx="2050124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35FEA-2EEE-DC4A-97C3-473555BC219E}">
      <dsp:nvSpPr>
        <dsp:cNvPr id="0" name=""/>
        <dsp:cNvSpPr/>
      </dsp:nvSpPr>
      <dsp:spPr>
        <a:xfrm>
          <a:off x="9964211" y="934424"/>
          <a:ext cx="584844" cy="5848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695" tIns="22695" rIns="22695" bIns="2269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3</a:t>
          </a:r>
          <a:endParaRPr lang="es-ES" sz="2600" kern="1200" dirty="0"/>
        </a:p>
      </dsp:txBody>
      <dsp:txXfrm>
        <a:off x="10049859" y="1020072"/>
        <a:ext cx="413548" cy="413548"/>
      </dsp:txXfrm>
    </dsp:sp>
    <dsp:sp modelId="{874EA103-A356-3D45-9B64-F7808A2AB3A4}">
      <dsp:nvSpPr>
        <dsp:cNvPr id="0" name=""/>
        <dsp:cNvSpPr/>
      </dsp:nvSpPr>
      <dsp:spPr>
        <a:xfrm>
          <a:off x="10256597" y="1591185"/>
          <a:ext cx="72" cy="3530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307A1A-058F-5548-A957-A30CABAFD12F}">
      <dsp:nvSpPr>
        <dsp:cNvPr id="0" name=""/>
        <dsp:cNvSpPr/>
      </dsp:nvSpPr>
      <dsp:spPr>
        <a:xfrm>
          <a:off x="8411521" y="1944197"/>
          <a:ext cx="3690223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91" tIns="165100" rIns="65091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2000" kern="1200" dirty="0"/>
          </a:br>
          <a:r>
            <a:rPr lang="es-ES" sz="2000" b="1" kern="1200" dirty="0"/>
            <a:t>Revisa el texto </a:t>
          </a:r>
        </a:p>
      </dsp:txBody>
      <dsp:txXfrm>
        <a:off x="8463503" y="1996179"/>
        <a:ext cx="3586259" cy="16708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D49F0-FF3A-994A-AE1B-C220DCF5284F}">
      <dsp:nvSpPr>
        <dsp:cNvPr id="0" name=""/>
        <dsp:cNvSpPr/>
      </dsp:nvSpPr>
      <dsp:spPr>
        <a:xfrm>
          <a:off x="1697364" y="1145513"/>
          <a:ext cx="1076315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CC87A-50B2-9046-9D73-27FF4CA114EB}">
      <dsp:nvSpPr>
        <dsp:cNvPr id="0" name=""/>
        <dsp:cNvSpPr/>
      </dsp:nvSpPr>
      <dsp:spPr>
        <a:xfrm>
          <a:off x="2681424" y="1020093"/>
          <a:ext cx="141458" cy="265672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819" tIns="165100" rIns="48819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Documéntate y reflexiona </a:t>
          </a:r>
          <a:r>
            <a:rPr lang="es-ES" sz="2000" kern="1200" dirty="0"/>
            <a:t>sobre lo que quieres hacer</a:t>
          </a:r>
          <a:endParaRPr lang="es-ES" sz="1800" b="1" kern="1200" dirty="0"/>
        </a:p>
      </dsp:txBody>
      <dsp:txXfrm>
        <a:off x="211753" y="2229855"/>
        <a:ext cx="2663703" cy="1670836"/>
      </dsp:txXfrm>
    </dsp:sp>
    <dsp:sp modelId="{F27B53C8-27E1-C84D-AA49-D5030E22798D}">
      <dsp:nvSpPr>
        <dsp:cNvPr id="0" name=""/>
        <dsp:cNvSpPr/>
      </dsp:nvSpPr>
      <dsp:spPr>
        <a:xfrm>
          <a:off x="1099800" y="701784"/>
          <a:ext cx="887530" cy="8875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4" tIns="34444" rIns="34444" bIns="34444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kern="1200"/>
            <a:t>1</a:t>
          </a:r>
        </a:p>
      </dsp:txBody>
      <dsp:txXfrm>
        <a:off x="1229776" y="831760"/>
        <a:ext cx="627578" cy="627578"/>
      </dsp:txXfrm>
    </dsp:sp>
    <dsp:sp modelId="{405B039D-C1D5-894A-865C-4DB547A7C1C0}">
      <dsp:nvSpPr>
        <dsp:cNvPr id="0" name=""/>
        <dsp:cNvSpPr/>
      </dsp:nvSpPr>
      <dsp:spPr>
        <a:xfrm>
          <a:off x="1543569" y="1661289"/>
          <a:ext cx="72" cy="5165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996EFF-0E97-2C4B-B620-0D3E1D245093}">
      <dsp:nvSpPr>
        <dsp:cNvPr id="0" name=""/>
        <dsp:cNvSpPr/>
      </dsp:nvSpPr>
      <dsp:spPr>
        <a:xfrm>
          <a:off x="159771" y="2177873"/>
          <a:ext cx="2767667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19" tIns="165100" rIns="48819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Documéntate y reflexiona </a:t>
          </a:r>
          <a:r>
            <a:rPr lang="es-ES" sz="2000" kern="1200" dirty="0"/>
            <a:t>sobre lo que quieres hacer</a:t>
          </a:r>
          <a:endParaRPr lang="es-ES" sz="1800" b="1" kern="1200" dirty="0"/>
        </a:p>
      </dsp:txBody>
      <dsp:txXfrm>
        <a:off x="211753" y="2229855"/>
        <a:ext cx="2663703" cy="1670836"/>
      </dsp:txXfrm>
    </dsp:sp>
    <dsp:sp modelId="{6AC15C0A-F12A-864F-A134-A171D52EE35A}">
      <dsp:nvSpPr>
        <dsp:cNvPr id="0" name=""/>
        <dsp:cNvSpPr/>
      </dsp:nvSpPr>
      <dsp:spPr>
        <a:xfrm>
          <a:off x="3081198" y="1145524"/>
          <a:ext cx="2767667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B198E-6D9B-E248-9A57-231DAD6742B6}">
      <dsp:nvSpPr>
        <dsp:cNvPr id="0" name=""/>
        <dsp:cNvSpPr/>
      </dsp:nvSpPr>
      <dsp:spPr>
        <a:xfrm>
          <a:off x="5756610" y="1020081"/>
          <a:ext cx="141458" cy="265719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819" tIns="165100" rIns="48819" bIns="16510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1600" kern="1200" dirty="0"/>
          </a:br>
          <a:r>
            <a:rPr lang="es-ES" sz="2000" b="1" kern="1200" dirty="0"/>
            <a:t>Crea un índice</a:t>
          </a:r>
          <a:r>
            <a:rPr lang="es-ES" sz="2000" kern="1200" dirty="0"/>
            <a:t> o lista de apartados y subapartados principales</a:t>
          </a:r>
          <a:endParaRPr lang="es-ES" sz="1600" kern="1200" dirty="0"/>
        </a:p>
      </dsp:txBody>
      <dsp:txXfrm>
        <a:off x="3286939" y="2229988"/>
        <a:ext cx="2663703" cy="1670836"/>
      </dsp:txXfrm>
    </dsp:sp>
    <dsp:sp modelId="{28818BF2-D840-1143-AFDC-8B23DF7BA22B}">
      <dsp:nvSpPr>
        <dsp:cNvPr id="0" name=""/>
        <dsp:cNvSpPr/>
      </dsp:nvSpPr>
      <dsp:spPr>
        <a:xfrm>
          <a:off x="4175026" y="701795"/>
          <a:ext cx="887530" cy="8875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1" tIns="34441" rIns="34441" bIns="34441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kern="1200"/>
            <a:t>2</a:t>
          </a:r>
        </a:p>
      </dsp:txBody>
      <dsp:txXfrm>
        <a:off x="4305002" y="831771"/>
        <a:ext cx="627578" cy="627578"/>
      </dsp:txXfrm>
    </dsp:sp>
    <dsp:sp modelId="{5E7C84E2-DCCA-F943-BF13-1D2408FD4668}">
      <dsp:nvSpPr>
        <dsp:cNvPr id="0" name=""/>
        <dsp:cNvSpPr/>
      </dsp:nvSpPr>
      <dsp:spPr>
        <a:xfrm>
          <a:off x="4618755" y="1661318"/>
          <a:ext cx="72" cy="5166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304063-4896-B34B-825E-FF1C87CB972D}">
      <dsp:nvSpPr>
        <dsp:cNvPr id="0" name=""/>
        <dsp:cNvSpPr/>
      </dsp:nvSpPr>
      <dsp:spPr>
        <a:xfrm>
          <a:off x="3234957" y="2178006"/>
          <a:ext cx="2767667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19" tIns="165100" rIns="48819" bIns="16510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1600" kern="1200" dirty="0"/>
          </a:br>
          <a:r>
            <a:rPr lang="es-ES" sz="2000" b="1" kern="1200" dirty="0"/>
            <a:t>Crea un índice</a:t>
          </a:r>
          <a:r>
            <a:rPr lang="es-ES" sz="2000" kern="1200" dirty="0"/>
            <a:t> o lista de apartados y subapartados principales</a:t>
          </a:r>
          <a:endParaRPr lang="es-ES" sz="1600" kern="1200" dirty="0"/>
        </a:p>
      </dsp:txBody>
      <dsp:txXfrm>
        <a:off x="3286939" y="2229988"/>
        <a:ext cx="2663703" cy="1670836"/>
      </dsp:txXfrm>
    </dsp:sp>
    <dsp:sp modelId="{9A13EACD-AF7F-8345-81D6-35E57C8F5A9A}">
      <dsp:nvSpPr>
        <dsp:cNvPr id="0" name=""/>
        <dsp:cNvSpPr/>
      </dsp:nvSpPr>
      <dsp:spPr>
        <a:xfrm>
          <a:off x="6418676" y="1168048"/>
          <a:ext cx="2767667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F1025A-3929-474E-9C59-A09B89A943C7}">
      <dsp:nvSpPr>
        <dsp:cNvPr id="0" name=""/>
        <dsp:cNvSpPr/>
      </dsp:nvSpPr>
      <dsp:spPr>
        <a:xfrm>
          <a:off x="8831797" y="1020290"/>
          <a:ext cx="141458" cy="265526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819" tIns="165100" rIns="48819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2000" kern="1200" dirty="0"/>
          </a:br>
          <a:r>
            <a:rPr lang="es-ES" sz="2000" b="1" kern="1200" dirty="0"/>
            <a:t>Para cada apartado o subapartado</a:t>
          </a:r>
          <a:r>
            <a:rPr lang="es-ES" sz="2000" kern="1200" dirty="0"/>
            <a:t>, redacta tu consulta para la IA </a:t>
          </a:r>
          <a:endParaRPr lang="es-ES" sz="1800" b="1" kern="1200" dirty="0"/>
        </a:p>
      </dsp:txBody>
      <dsp:txXfrm>
        <a:off x="6362126" y="2229988"/>
        <a:ext cx="2663703" cy="1670836"/>
      </dsp:txXfrm>
    </dsp:sp>
    <dsp:sp modelId="{A03B0B21-F6E4-4A41-A4DE-BE74221F0CE3}">
      <dsp:nvSpPr>
        <dsp:cNvPr id="0" name=""/>
        <dsp:cNvSpPr/>
      </dsp:nvSpPr>
      <dsp:spPr>
        <a:xfrm>
          <a:off x="7494132" y="720615"/>
          <a:ext cx="887530" cy="887530"/>
        </a:xfrm>
        <a:prstGeom prst="ellipse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1" tIns="34441" rIns="34441" bIns="34441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kern="1200"/>
            <a:t>3</a:t>
          </a:r>
          <a:endParaRPr lang="es-ES" sz="3900" kern="1200" dirty="0"/>
        </a:p>
      </dsp:txBody>
      <dsp:txXfrm>
        <a:off x="7624108" y="850591"/>
        <a:ext cx="627578" cy="627578"/>
      </dsp:txXfrm>
    </dsp:sp>
    <dsp:sp modelId="{24430A25-F56A-0B48-90C0-B298059DC12A}">
      <dsp:nvSpPr>
        <dsp:cNvPr id="0" name=""/>
        <dsp:cNvSpPr/>
      </dsp:nvSpPr>
      <dsp:spPr>
        <a:xfrm>
          <a:off x="7693942" y="1661485"/>
          <a:ext cx="72" cy="5163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82ABBB-654A-7A4B-9724-986711DBD283}">
      <dsp:nvSpPr>
        <dsp:cNvPr id="0" name=""/>
        <dsp:cNvSpPr/>
      </dsp:nvSpPr>
      <dsp:spPr>
        <a:xfrm>
          <a:off x="6310144" y="2178006"/>
          <a:ext cx="2767667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19" tIns="165100" rIns="48819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2000" kern="1200" dirty="0"/>
          </a:br>
          <a:r>
            <a:rPr lang="es-ES" sz="2000" b="1" kern="1200" dirty="0"/>
            <a:t>Para cada apartado o subapartado</a:t>
          </a:r>
          <a:r>
            <a:rPr lang="es-ES" sz="2000" kern="1200" dirty="0"/>
            <a:t>, redacta tu consulta para la IA </a:t>
          </a:r>
          <a:endParaRPr lang="es-ES" sz="1800" b="1" kern="1200" dirty="0"/>
        </a:p>
      </dsp:txBody>
      <dsp:txXfrm>
        <a:off x="6362126" y="2229988"/>
        <a:ext cx="2663703" cy="1670836"/>
      </dsp:txXfrm>
    </dsp:sp>
    <dsp:sp modelId="{8064ED9D-48A9-8F4F-B7E3-629945E07ABC}">
      <dsp:nvSpPr>
        <dsp:cNvPr id="0" name=""/>
        <dsp:cNvSpPr/>
      </dsp:nvSpPr>
      <dsp:spPr>
        <a:xfrm>
          <a:off x="9231571" y="1145619"/>
          <a:ext cx="1537593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35FEA-2EEE-DC4A-97C3-473555BC219E}">
      <dsp:nvSpPr>
        <dsp:cNvPr id="0" name=""/>
        <dsp:cNvSpPr/>
      </dsp:nvSpPr>
      <dsp:spPr>
        <a:xfrm>
          <a:off x="10325399" y="701890"/>
          <a:ext cx="887530" cy="887530"/>
        </a:xfrm>
        <a:prstGeom prst="ellipse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1" tIns="34441" rIns="34441" bIns="34441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kern="1200"/>
            <a:t>4</a:t>
          </a:r>
        </a:p>
      </dsp:txBody>
      <dsp:txXfrm>
        <a:off x="10455375" y="831866"/>
        <a:ext cx="627578" cy="627578"/>
      </dsp:txXfrm>
    </dsp:sp>
    <dsp:sp modelId="{874EA103-A356-3D45-9B64-F7808A2AB3A4}">
      <dsp:nvSpPr>
        <dsp:cNvPr id="0" name=""/>
        <dsp:cNvSpPr/>
      </dsp:nvSpPr>
      <dsp:spPr>
        <a:xfrm>
          <a:off x="10769128" y="1661401"/>
          <a:ext cx="72" cy="51649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307A1A-058F-5548-A957-A30CABAFD12F}">
      <dsp:nvSpPr>
        <dsp:cNvPr id="0" name=""/>
        <dsp:cNvSpPr/>
      </dsp:nvSpPr>
      <dsp:spPr>
        <a:xfrm>
          <a:off x="9385330" y="2178006"/>
          <a:ext cx="2767667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19" tIns="165100" rIns="48819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2000" kern="1200" dirty="0"/>
          </a:br>
          <a:r>
            <a:rPr lang="es-ES" sz="2000" b="1" kern="1200" dirty="0"/>
            <a:t>Revisa cada texto, y también la coherencia</a:t>
          </a:r>
          <a:r>
            <a:rPr lang="es-ES" sz="2000" kern="1200" dirty="0"/>
            <a:t> entre todos ellos. </a:t>
          </a:r>
          <a:endParaRPr lang="es-ES" sz="1600" b="1" kern="1200" dirty="0"/>
        </a:p>
      </dsp:txBody>
      <dsp:txXfrm>
        <a:off x="9437312" y="2229988"/>
        <a:ext cx="2663703" cy="16708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NumberedLinearArrowProcess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880CD75A-2022-4245-9C3C-2E9F0751C290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2A01B5C1-8745-554A-80FF-4F2C87A308DC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CFDF5DA4-0AFD-AF4A-A022-A3FA20C5A71F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NumberedLinearArrowProcess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880CD75A-2022-4245-9C3C-2E9F0751C290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2A01B5C1-8745-554A-80FF-4F2C87A308DC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CFDF5DA4-0AFD-AF4A-A022-A3FA20C5A71F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F16929-8998-4D47-B017-29E2A630624A}" type="datetimeFigureOut">
              <a:rPr lang="es-ES_tradnl" smtClean="0"/>
              <a:t>15/8/26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6FBFF-BA0A-F84E-A945-8C2A5B2423D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21926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6FBFF-BA0A-F84E-A945-8C2A5B2423D2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82686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FDCAA-E977-80D0-1A82-734A2D0E4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D3CBEF-C85F-4205-6F58-F6DB7C387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C1395B-76EA-91E9-5A4D-4DBC4233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09CE-2701-524F-872F-F6A443F4B1A8}" type="datetimeFigureOut">
              <a:rPr lang="es-ES_tradnl" smtClean="0"/>
              <a:t>13/8/26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B8114A-520C-EFEF-2970-2F4E38D6B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5468C5-31AC-8FC0-C555-DD8DE070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65633-BA4E-B143-8C49-BB388F24764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62668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9D14D-9AF2-2360-4B91-924C3523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3027E-E0C3-A55C-E0AA-842DD9842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52C107-62D5-E15C-D27E-FFD600F6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09CE-2701-524F-872F-F6A443F4B1A8}" type="datetimeFigureOut">
              <a:rPr lang="es-ES_tradnl" smtClean="0"/>
              <a:t>13/8/26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DF75B3-244D-C880-B3DD-08C2C8EB0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D8DF62-1B54-7C64-B8A8-8CC269D7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65633-BA4E-B143-8C49-BB388F24764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59974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FDE13-0FB4-B61C-8421-F6ADD91DB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BD8CC7-2FD8-EA17-68B1-7436D4C53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CF956A-2B84-52EE-13CD-64754CED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09CE-2701-524F-872F-F6A443F4B1A8}" type="datetimeFigureOut">
              <a:rPr lang="es-ES_tradnl" smtClean="0"/>
              <a:t>13/8/26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77D4D1-2450-F9ED-8EEC-6FEAA39BB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E6CF64-A2E4-6595-5779-E935E881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65633-BA4E-B143-8C49-BB388F24764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1261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3047C-618B-99D8-979C-337ADE5F0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19B34-805C-341B-5ACF-FD9916529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241E54-5400-DC6E-43C2-769E2963A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9AE4F8-1499-B280-E004-6370833DA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09CE-2701-524F-872F-F6A443F4B1A8}" type="datetimeFigureOut">
              <a:rPr lang="es-ES_tradnl" smtClean="0"/>
              <a:t>13/8/26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864F51-FB51-25E0-1AAE-0AC95D295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57FA72-6640-1973-8262-548B57CA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65633-BA4E-B143-8C49-BB388F24764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31825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79DF2-7CA0-F097-B940-35A4DC90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D4B27D-47C5-5CB2-E540-EFDC775EC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E1A42C-3EF7-0F89-2372-2967D7635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3220F25-393B-0179-6F94-5BA176DB1D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609208C-0BFD-4E96-9040-F4967382B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5C3F62-562E-E679-7E79-73658C34B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09CE-2701-524F-872F-F6A443F4B1A8}" type="datetimeFigureOut">
              <a:rPr lang="es-ES_tradnl" smtClean="0"/>
              <a:t>13/8/26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2457EC-BA43-9E96-06F0-2A75F33C3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59D48F-57FB-F39A-91D0-C21AFC9C5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65633-BA4E-B143-8C49-BB388F24764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90966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81740-9A30-1F6F-7A32-763CF96D7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D7E611A-2E23-CE46-11AA-FABE7AAE1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09CE-2701-524F-872F-F6A443F4B1A8}" type="datetimeFigureOut">
              <a:rPr lang="es-ES_tradnl" smtClean="0"/>
              <a:t>13/8/26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3CAF97C-2C01-706A-2AF4-2BB58B19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CC4154-E543-0887-EFCC-21353908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65633-BA4E-B143-8C49-BB388F24764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4330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E445DC-0416-74E4-8EBE-58EB4B94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09CE-2701-524F-872F-F6A443F4B1A8}" type="datetimeFigureOut">
              <a:rPr lang="es-ES_tradnl" smtClean="0"/>
              <a:t>13/8/26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6C69FA-99E6-70E3-941F-43768621E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CD3D0A-5617-B14E-B509-991C87CCD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65633-BA4E-B143-8C49-BB388F24764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13620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B5BCD-315A-325A-6447-1CBF918BE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6EECE6-B131-8EFE-1C7C-0DCF63943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1D3FAE-182F-CD9B-BC4C-8D9D617DC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F1B588-1282-7B2C-E7DB-DFFCFF4A4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09CE-2701-524F-872F-F6A443F4B1A8}" type="datetimeFigureOut">
              <a:rPr lang="es-ES_tradnl" smtClean="0"/>
              <a:t>13/8/26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07FFEB-1670-B6CA-1753-C6834EAA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25EE40-37DF-BBE9-9BAE-FF379728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65633-BA4E-B143-8C49-BB388F24764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48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65674-628E-87D9-B124-D2A916D88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AE38C06-0436-C985-2D8B-7626C95F8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88CFB2-121F-7E7A-D90C-1DF043218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44B498-1352-C8E3-F045-88A442512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09CE-2701-524F-872F-F6A443F4B1A8}" type="datetimeFigureOut">
              <a:rPr lang="es-ES_tradnl" smtClean="0"/>
              <a:t>13/8/26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D10AB5-2285-10B4-4B27-45DE705C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6463CD-615E-0433-36AF-45D741BEF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65633-BA4E-B143-8C49-BB388F24764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26330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88C28-6AD2-F1AF-CA76-2D078F933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76F0B1-36B4-033C-94C0-CC2C3531D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EF212A-EC82-3A04-5C9F-09DBF04D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09CE-2701-524F-872F-F6A443F4B1A8}" type="datetimeFigureOut">
              <a:rPr lang="es-ES_tradnl" smtClean="0"/>
              <a:t>13/8/26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9FF691-A2A5-726F-C367-D6CC886CC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A8A3E6-D2A4-C879-795E-40409D53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65633-BA4E-B143-8C49-BB388F24764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56388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429D28-22DD-EA8E-93E4-1D48A8CB2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EC11BA-C53C-32D1-F176-94D292E73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2E8904-C9FF-FA18-F8D1-A23918457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09CE-2701-524F-872F-F6A443F4B1A8}" type="datetimeFigureOut">
              <a:rPr lang="es-ES_tradnl" smtClean="0"/>
              <a:t>13/8/26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45F75D-5D20-3AA2-4165-43DB41F72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913C07-77CB-1BEE-9CF1-ECFA3920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65633-BA4E-B143-8C49-BB388F24764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6346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E3411EE-B750-EA6A-B927-EF5D37FD2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C45766-01B0-8DFA-4A69-E53382F23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B94CC0-73E7-C187-CD3A-0EE31A0AF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F009CE-2701-524F-872F-F6A443F4B1A8}" type="datetimeFigureOut">
              <a:rPr lang="es-ES_tradnl" smtClean="0"/>
              <a:t>13/8/26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6BF059-7BC4-9AF1-1CFD-79D6DD75E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E5BFA1-E6C7-D27A-BB1C-07CFF1856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D65633-BA4E-B143-8C49-BB388F24764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41553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jp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microsoft.com/office/2007/relationships/diagramDrawing" Target="../diagrams/drawing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3.jpg"/><Relationship Id="rId5" Type="http://schemas.openxmlformats.org/officeDocument/2006/relationships/diagramLayout" Target="../diagrams/layout2.xml"/><Relationship Id="rId15" Type="http://schemas.openxmlformats.org/officeDocument/2006/relationships/image" Target="../media/image8.png"/><Relationship Id="rId10" Type="http://schemas.openxmlformats.org/officeDocument/2006/relationships/image" Target="../media/image2.jpg"/><Relationship Id="rId4" Type="http://schemas.openxmlformats.org/officeDocument/2006/relationships/diagramData" Target="../diagrams/data2.xml"/><Relationship Id="rId9" Type="http://schemas.openxmlformats.org/officeDocument/2006/relationships/image" Target="../media/image1.jp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Escribe">
            <a:extLst>
              <a:ext uri="{FF2B5EF4-FFF2-40B4-BE49-F238E27FC236}">
                <a16:creationId xmlns:a16="http://schemas.microsoft.com/office/drawing/2014/main" id="{47649013-9710-6419-C053-FBF271704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417" y="735963"/>
            <a:ext cx="869458" cy="869458"/>
          </a:xfrm>
          <a:prstGeom prst="rect">
            <a:avLst/>
          </a:prstGeom>
        </p:spPr>
      </p:pic>
      <p:pic>
        <p:nvPicPr>
          <p:cNvPr id="8" name="Imagen 7" descr="Piensa">
            <a:extLst>
              <a:ext uri="{FF2B5EF4-FFF2-40B4-BE49-F238E27FC236}">
                <a16:creationId xmlns:a16="http://schemas.microsoft.com/office/drawing/2014/main" id="{24E4D24E-15C6-B051-E8D0-5CFB15890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91" y="714454"/>
            <a:ext cx="829693" cy="829693"/>
          </a:xfrm>
          <a:prstGeom prst="rect">
            <a:avLst/>
          </a:prstGeom>
        </p:spPr>
      </p:pic>
      <p:pic>
        <p:nvPicPr>
          <p:cNvPr id="9" name="Imagen 8" descr="Verifica">
            <a:extLst>
              <a:ext uri="{FF2B5EF4-FFF2-40B4-BE49-F238E27FC236}">
                <a16:creationId xmlns:a16="http://schemas.microsoft.com/office/drawing/2014/main" id="{507AB58C-6609-5EC8-C2D7-D124394F4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1963" y="691559"/>
            <a:ext cx="869458" cy="869458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4B631A2-9CEF-1340-59E5-265C226F01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2986236"/>
              </p:ext>
            </p:extLst>
          </p:nvPr>
        </p:nvGraphicFramePr>
        <p:xfrm>
          <a:off x="-292646" y="520734"/>
          <a:ext cx="12312770" cy="4654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24767EF3-187F-E647-4330-06D7E9BA78F4}"/>
              </a:ext>
            </a:extLst>
          </p:cNvPr>
          <p:cNvSpPr txBox="1"/>
          <p:nvPr/>
        </p:nvSpPr>
        <p:spPr>
          <a:xfrm>
            <a:off x="1054709" y="964186"/>
            <a:ext cx="107532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600" b="1" dirty="0"/>
              <a:t>    Piensa			            Escribe	                                 Verifica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73272C3-E147-61BA-5C72-997F8C5B35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6332" y="7388435"/>
            <a:ext cx="501769" cy="4699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B951C0D-E832-DC78-B5E8-54454F508F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9947" y="1844569"/>
            <a:ext cx="501769" cy="469900"/>
          </a:xfrm>
          <a:prstGeom prst="rect">
            <a:avLst/>
          </a:prstGeom>
        </p:spPr>
      </p:pic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27DF41F-2EA1-9292-FCFE-14EECFFBC235}"/>
              </a:ext>
            </a:extLst>
          </p:cNvPr>
          <p:cNvCxnSpPr>
            <a:cxnSpLocks/>
          </p:cNvCxnSpPr>
          <p:nvPr/>
        </p:nvCxnSpPr>
        <p:spPr>
          <a:xfrm flipH="1">
            <a:off x="1897811" y="4911017"/>
            <a:ext cx="8281359" cy="0"/>
          </a:xfrm>
          <a:prstGeom prst="straightConnector1">
            <a:avLst/>
          </a:prstGeom>
          <a:ln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7A900CD-EA5F-0643-0144-2EC8110E8370}"/>
              </a:ext>
            </a:extLst>
          </p:cNvPr>
          <p:cNvSpPr txBox="1"/>
          <p:nvPr/>
        </p:nvSpPr>
        <p:spPr>
          <a:xfrm>
            <a:off x="3202816" y="4514498"/>
            <a:ext cx="53218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ES" sz="2000" b="1" dirty="0"/>
              <a:t>Si no se ajusta a lo esperado, analiza</a:t>
            </a:r>
            <a:r>
              <a:rPr lang="es-ES" sz="2000" b="0" dirty="0"/>
              <a:t> qué puede fallar </a:t>
            </a:r>
            <a:r>
              <a:rPr lang="es-ES" sz="2000" b="1" dirty="0"/>
              <a:t>y escribe </a:t>
            </a:r>
            <a:r>
              <a:rPr lang="es-ES" sz="2000" b="0" dirty="0"/>
              <a:t>otra consulta</a:t>
            </a:r>
            <a:endParaRPr lang="es-ES" sz="1600" b="0" dirty="0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534D35E9-FED0-CEA9-AF96-A78799D0DAD5}"/>
              </a:ext>
            </a:extLst>
          </p:cNvPr>
          <p:cNvCxnSpPr>
            <a:cxnSpLocks/>
          </p:cNvCxnSpPr>
          <p:nvPr/>
        </p:nvCxnSpPr>
        <p:spPr>
          <a:xfrm flipV="1">
            <a:off x="1897811" y="4278702"/>
            <a:ext cx="0" cy="624245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A732446C-7DC9-65BF-ABC3-0FA55DDD71A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176292" y="4256495"/>
            <a:ext cx="0" cy="662400"/>
          </a:xfrm>
          <a:prstGeom prst="straightConnector1">
            <a:avLst/>
          </a:prstGeom>
          <a:ln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27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73272C3-E147-61BA-5C72-997F8C5B3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332" y="7388435"/>
            <a:ext cx="501769" cy="469900"/>
          </a:xfrm>
          <a:prstGeom prst="rect">
            <a:avLst/>
          </a:prstGeom>
        </p:spPr>
      </p:pic>
      <p:grpSp>
        <p:nvGrpSpPr>
          <p:cNvPr id="56" name="Grupo 55">
            <a:extLst>
              <a:ext uri="{FF2B5EF4-FFF2-40B4-BE49-F238E27FC236}">
                <a16:creationId xmlns:a16="http://schemas.microsoft.com/office/drawing/2014/main" id="{25D06C76-D4C5-EC38-0B42-B0E1DBBA97F9}"/>
              </a:ext>
            </a:extLst>
          </p:cNvPr>
          <p:cNvGrpSpPr/>
          <p:nvPr/>
        </p:nvGrpSpPr>
        <p:grpSpPr>
          <a:xfrm>
            <a:off x="4159003" y="-163214"/>
            <a:ext cx="2054035" cy="1701718"/>
            <a:chOff x="4800600" y="702130"/>
            <a:chExt cx="1396765" cy="1215937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3CFB8CBA-A9A9-1812-6DBD-0448CCF997D9}"/>
                </a:ext>
              </a:extLst>
            </p:cNvPr>
            <p:cNvGrpSpPr/>
            <p:nvPr/>
          </p:nvGrpSpPr>
          <p:grpSpPr>
            <a:xfrm>
              <a:off x="4800600" y="702130"/>
              <a:ext cx="1177004" cy="1009532"/>
              <a:chOff x="4800600" y="702130"/>
              <a:chExt cx="1177004" cy="1009532"/>
            </a:xfrm>
          </p:grpSpPr>
          <p:grpSp>
            <p:nvGrpSpPr>
              <p:cNvPr id="36" name="Grupo 35">
                <a:extLst>
                  <a:ext uri="{FF2B5EF4-FFF2-40B4-BE49-F238E27FC236}">
                    <a16:creationId xmlns:a16="http://schemas.microsoft.com/office/drawing/2014/main" id="{4FEFE481-494E-9931-2978-B1F0C76504DB}"/>
                  </a:ext>
                </a:extLst>
              </p:cNvPr>
              <p:cNvGrpSpPr/>
              <p:nvPr/>
            </p:nvGrpSpPr>
            <p:grpSpPr>
              <a:xfrm>
                <a:off x="4800600" y="702130"/>
                <a:ext cx="685800" cy="473529"/>
                <a:chOff x="7494132" y="720615"/>
                <a:chExt cx="887530" cy="887530"/>
              </a:xfrm>
            </p:grpSpPr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AA29065C-FF25-7116-CD42-CA94187FC71A}"/>
                    </a:ext>
                  </a:extLst>
                </p:cNvPr>
                <p:cNvSpPr/>
                <p:nvPr/>
              </p:nvSpPr>
              <p:spPr>
                <a:xfrm>
                  <a:off x="7494132" y="720615"/>
                  <a:ext cx="887530" cy="887530"/>
                </a:xfrm>
                <a:prstGeom prst="ellipse">
                  <a:avLst/>
                </a:prstGeom>
                <a:solidFill>
                  <a:schemeClr val="accent1">
                    <a:hueOff val="0"/>
                    <a:satOff val="0"/>
                    <a:lumOff val="0"/>
                  </a:schemeClr>
                </a:solidFill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s-ES_tradnl"/>
                </a:p>
              </p:txBody>
            </p:sp>
            <p:sp>
              <p:nvSpPr>
                <p:cNvPr id="38" name="Elipse 4">
                  <a:extLst>
                    <a:ext uri="{FF2B5EF4-FFF2-40B4-BE49-F238E27FC236}">
                      <a16:creationId xmlns:a16="http://schemas.microsoft.com/office/drawing/2014/main" id="{CE95D8E9-7810-B7C4-0B7F-D30FF9FE1040}"/>
                    </a:ext>
                  </a:extLst>
                </p:cNvPr>
                <p:cNvSpPr txBox="1"/>
                <p:nvPr/>
              </p:nvSpPr>
              <p:spPr>
                <a:xfrm>
                  <a:off x="7624108" y="850591"/>
                  <a:ext cx="627578" cy="62757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4441" tIns="34441" rIns="34441" bIns="34441" numCol="1" spcCol="1270" anchor="ctr" anchorCtr="0">
                  <a:noAutofit/>
                </a:bodyPr>
                <a:lstStyle/>
                <a:p>
                  <a:pPr marL="0" lvl="0" indent="0" algn="ctr" defTabSz="17335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s-ES" sz="2000" kern="1200" dirty="0"/>
                    <a:t>3a</a:t>
                  </a:r>
                </a:p>
              </p:txBody>
            </p:sp>
          </p:grpSp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2C95816E-ABE2-0980-9430-1351333999C3}"/>
                  </a:ext>
                </a:extLst>
              </p:cNvPr>
              <p:cNvGrpSpPr/>
              <p:nvPr/>
            </p:nvGrpSpPr>
            <p:grpSpPr>
              <a:xfrm>
                <a:off x="5037381" y="953369"/>
                <a:ext cx="685800" cy="473529"/>
                <a:chOff x="7494132" y="720615"/>
                <a:chExt cx="887530" cy="887530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F2228327-C666-0F12-04A7-9D85FA27B19E}"/>
                    </a:ext>
                  </a:extLst>
                </p:cNvPr>
                <p:cNvSpPr/>
                <p:nvPr/>
              </p:nvSpPr>
              <p:spPr>
                <a:xfrm>
                  <a:off x="7494132" y="720615"/>
                  <a:ext cx="887530" cy="887530"/>
                </a:xfrm>
                <a:prstGeom prst="ellipse">
                  <a:avLst/>
                </a:prstGeom>
                <a:solidFill>
                  <a:schemeClr val="accent1">
                    <a:hueOff val="0"/>
                    <a:satOff val="0"/>
                    <a:lumOff val="0"/>
                  </a:schemeClr>
                </a:solidFill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s-ES_tradnl"/>
                </a:p>
              </p:txBody>
            </p:sp>
            <p:sp>
              <p:nvSpPr>
                <p:cNvPr id="41" name="Elipse 4">
                  <a:extLst>
                    <a:ext uri="{FF2B5EF4-FFF2-40B4-BE49-F238E27FC236}">
                      <a16:creationId xmlns:a16="http://schemas.microsoft.com/office/drawing/2014/main" id="{6B234D9C-FB67-014F-3555-50BB0168C543}"/>
                    </a:ext>
                  </a:extLst>
                </p:cNvPr>
                <p:cNvSpPr txBox="1"/>
                <p:nvPr/>
              </p:nvSpPr>
              <p:spPr>
                <a:xfrm>
                  <a:off x="7624108" y="850591"/>
                  <a:ext cx="627578" cy="62757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4441" tIns="34441" rIns="34441" bIns="34441" numCol="1" spcCol="1270" anchor="ctr" anchorCtr="0">
                  <a:noAutofit/>
                </a:bodyPr>
                <a:lstStyle/>
                <a:p>
                  <a:pPr marL="0" lvl="0" indent="0" algn="ctr" defTabSz="17335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s-ES" sz="2000" kern="1200" dirty="0"/>
                    <a:t>3b</a:t>
                  </a:r>
                </a:p>
              </p:txBody>
            </p:sp>
          </p:grpSp>
          <p:sp>
            <p:nvSpPr>
              <p:cNvPr id="43" name="Elipse 42">
                <a:extLst>
                  <a:ext uri="{FF2B5EF4-FFF2-40B4-BE49-F238E27FC236}">
                    <a16:creationId xmlns:a16="http://schemas.microsoft.com/office/drawing/2014/main" id="{26FF7B5E-0900-FB9A-7B6D-1ADBCC504594}"/>
                  </a:ext>
                </a:extLst>
              </p:cNvPr>
              <p:cNvSpPr/>
              <p:nvPr/>
            </p:nvSpPr>
            <p:spPr>
              <a:xfrm>
                <a:off x="5291804" y="1238133"/>
                <a:ext cx="685800" cy="473529"/>
              </a:xfrm>
              <a:prstGeom prst="ellipse">
                <a:avLst/>
              </a:prstGeom>
              <a:solidFill>
                <a:schemeClr val="accent1">
                  <a:hueOff val="0"/>
                  <a:satOff val="0"/>
                  <a:lumOff val="0"/>
                </a:schemeClr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s-ES_tradnl" sz="2000" dirty="0"/>
                  <a:t>3c</a:t>
                </a:r>
              </a:p>
            </p:txBody>
          </p:sp>
        </p:grp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5351F036-6814-D9C0-C5C5-88EDD101F8BB}"/>
                </a:ext>
              </a:extLst>
            </p:cNvPr>
            <p:cNvSpPr txBox="1"/>
            <p:nvPr/>
          </p:nvSpPr>
          <p:spPr>
            <a:xfrm>
              <a:off x="5756493" y="1548735"/>
              <a:ext cx="440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dirty="0"/>
                <a:t>…</a:t>
              </a: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EDE242DF-F61F-ADA1-B36E-39E86DFCCB0A}"/>
              </a:ext>
            </a:extLst>
          </p:cNvPr>
          <p:cNvGrpSpPr/>
          <p:nvPr/>
        </p:nvGrpSpPr>
        <p:grpSpPr>
          <a:xfrm>
            <a:off x="6881301" y="-192863"/>
            <a:ext cx="1991192" cy="1726872"/>
            <a:chOff x="7471445" y="838207"/>
            <a:chExt cx="1354032" cy="1233910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54EAAD73-8318-DFF4-5438-CE1014D508CD}"/>
                </a:ext>
              </a:extLst>
            </p:cNvPr>
            <p:cNvGrpSpPr/>
            <p:nvPr/>
          </p:nvGrpSpPr>
          <p:grpSpPr>
            <a:xfrm>
              <a:off x="7471445" y="838207"/>
              <a:ext cx="1177004" cy="1009532"/>
              <a:chOff x="4800600" y="702130"/>
              <a:chExt cx="1177004" cy="1009532"/>
            </a:xfrm>
          </p:grpSpPr>
          <p:grpSp>
            <p:nvGrpSpPr>
              <p:cNvPr id="47" name="Grupo 46">
                <a:extLst>
                  <a:ext uri="{FF2B5EF4-FFF2-40B4-BE49-F238E27FC236}">
                    <a16:creationId xmlns:a16="http://schemas.microsoft.com/office/drawing/2014/main" id="{D43D06D9-CBFF-BBBB-0785-4C50F97AD4AD}"/>
                  </a:ext>
                </a:extLst>
              </p:cNvPr>
              <p:cNvGrpSpPr/>
              <p:nvPr/>
            </p:nvGrpSpPr>
            <p:grpSpPr>
              <a:xfrm>
                <a:off x="4800600" y="702130"/>
                <a:ext cx="685800" cy="473529"/>
                <a:chOff x="7494132" y="720615"/>
                <a:chExt cx="887530" cy="887530"/>
              </a:xfrm>
            </p:grpSpPr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2280FF70-D3CF-41FB-888C-50373B86D858}"/>
                    </a:ext>
                  </a:extLst>
                </p:cNvPr>
                <p:cNvSpPr/>
                <p:nvPr/>
              </p:nvSpPr>
              <p:spPr>
                <a:xfrm>
                  <a:off x="7494132" y="720615"/>
                  <a:ext cx="887530" cy="887530"/>
                </a:xfrm>
                <a:prstGeom prst="ellipse">
                  <a:avLst/>
                </a:prstGeom>
                <a:solidFill>
                  <a:schemeClr val="accent1">
                    <a:hueOff val="0"/>
                    <a:satOff val="0"/>
                    <a:lumOff val="0"/>
                  </a:schemeClr>
                </a:solidFill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s-ES_tradnl"/>
                </a:p>
              </p:txBody>
            </p:sp>
            <p:sp>
              <p:nvSpPr>
                <p:cNvPr id="53" name="Elipse 4">
                  <a:extLst>
                    <a:ext uri="{FF2B5EF4-FFF2-40B4-BE49-F238E27FC236}">
                      <a16:creationId xmlns:a16="http://schemas.microsoft.com/office/drawing/2014/main" id="{0C1D6BF9-08CC-1184-998F-C5C3FCFE82F2}"/>
                    </a:ext>
                  </a:extLst>
                </p:cNvPr>
                <p:cNvSpPr txBox="1"/>
                <p:nvPr/>
              </p:nvSpPr>
              <p:spPr>
                <a:xfrm>
                  <a:off x="7624108" y="850591"/>
                  <a:ext cx="627578" cy="62757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4441" tIns="34441" rIns="34441" bIns="34441" numCol="1" spcCol="1270" anchor="ctr" anchorCtr="0">
                  <a:noAutofit/>
                </a:bodyPr>
                <a:lstStyle/>
                <a:p>
                  <a:pPr marL="0" lvl="0" indent="0" algn="ctr" defTabSz="17335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s-ES" sz="2000" kern="1200" dirty="0"/>
                    <a:t>4a</a:t>
                  </a:r>
                </a:p>
              </p:txBody>
            </p:sp>
          </p:grpSp>
          <p:grpSp>
            <p:nvGrpSpPr>
              <p:cNvPr id="48" name="Grupo 47">
                <a:extLst>
                  <a:ext uri="{FF2B5EF4-FFF2-40B4-BE49-F238E27FC236}">
                    <a16:creationId xmlns:a16="http://schemas.microsoft.com/office/drawing/2014/main" id="{1F42E8FF-6D46-2A12-9EFF-D626B8618B41}"/>
                  </a:ext>
                </a:extLst>
              </p:cNvPr>
              <p:cNvGrpSpPr/>
              <p:nvPr/>
            </p:nvGrpSpPr>
            <p:grpSpPr>
              <a:xfrm>
                <a:off x="5037381" y="953369"/>
                <a:ext cx="685800" cy="473529"/>
                <a:chOff x="7494132" y="720615"/>
                <a:chExt cx="887530" cy="887530"/>
              </a:xfrm>
            </p:grpSpPr>
            <p:sp>
              <p:nvSpPr>
                <p:cNvPr id="50" name="Elipse 49">
                  <a:extLst>
                    <a:ext uri="{FF2B5EF4-FFF2-40B4-BE49-F238E27FC236}">
                      <a16:creationId xmlns:a16="http://schemas.microsoft.com/office/drawing/2014/main" id="{ECB20EF3-6CFC-5DCC-657A-31AC8DC488BA}"/>
                    </a:ext>
                  </a:extLst>
                </p:cNvPr>
                <p:cNvSpPr/>
                <p:nvPr/>
              </p:nvSpPr>
              <p:spPr>
                <a:xfrm>
                  <a:off x="7494132" y="720615"/>
                  <a:ext cx="887530" cy="887530"/>
                </a:xfrm>
                <a:prstGeom prst="ellipse">
                  <a:avLst/>
                </a:prstGeom>
                <a:solidFill>
                  <a:schemeClr val="accent1">
                    <a:hueOff val="0"/>
                    <a:satOff val="0"/>
                    <a:lumOff val="0"/>
                  </a:schemeClr>
                </a:solidFill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s-ES_tradnl"/>
                </a:p>
              </p:txBody>
            </p:sp>
            <p:sp>
              <p:nvSpPr>
                <p:cNvPr id="51" name="Elipse 4">
                  <a:extLst>
                    <a:ext uri="{FF2B5EF4-FFF2-40B4-BE49-F238E27FC236}">
                      <a16:creationId xmlns:a16="http://schemas.microsoft.com/office/drawing/2014/main" id="{0FA52880-9628-91A3-AFC6-C56071F61723}"/>
                    </a:ext>
                  </a:extLst>
                </p:cNvPr>
                <p:cNvSpPr txBox="1"/>
                <p:nvPr/>
              </p:nvSpPr>
              <p:spPr>
                <a:xfrm>
                  <a:off x="7624108" y="850591"/>
                  <a:ext cx="627578" cy="62757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4441" tIns="34441" rIns="34441" bIns="34441" numCol="1" spcCol="1270" anchor="ctr" anchorCtr="0">
                  <a:noAutofit/>
                </a:bodyPr>
                <a:lstStyle/>
                <a:p>
                  <a:pPr marL="0" lvl="0" indent="0" algn="ctr" defTabSz="17335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s-ES" sz="2000" kern="1200" dirty="0"/>
                    <a:t>4b</a:t>
                  </a:r>
                </a:p>
              </p:txBody>
            </p:sp>
          </p:grpSp>
          <p:sp>
            <p:nvSpPr>
              <p:cNvPr id="49" name="Elipse 48">
                <a:extLst>
                  <a:ext uri="{FF2B5EF4-FFF2-40B4-BE49-F238E27FC236}">
                    <a16:creationId xmlns:a16="http://schemas.microsoft.com/office/drawing/2014/main" id="{82E28D4F-8307-84DC-C42A-6283C4690C75}"/>
                  </a:ext>
                </a:extLst>
              </p:cNvPr>
              <p:cNvSpPr/>
              <p:nvPr/>
            </p:nvSpPr>
            <p:spPr>
              <a:xfrm>
                <a:off x="5291804" y="1238133"/>
                <a:ext cx="685800" cy="473529"/>
              </a:xfrm>
              <a:prstGeom prst="ellipse">
                <a:avLst/>
              </a:prstGeom>
              <a:solidFill>
                <a:schemeClr val="accent1">
                  <a:hueOff val="0"/>
                  <a:satOff val="0"/>
                  <a:lumOff val="0"/>
                </a:schemeClr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s-ES_tradnl" sz="2000" dirty="0"/>
                  <a:t>4c</a:t>
                </a:r>
                <a:endParaRPr lang="es-ES_tradnl" sz="2800" dirty="0"/>
              </a:p>
            </p:txBody>
          </p:sp>
        </p:grp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5F52A460-BDE4-DBD8-9F36-71D6F9ECD9D4}"/>
                </a:ext>
              </a:extLst>
            </p:cNvPr>
            <p:cNvSpPr txBox="1"/>
            <p:nvPr/>
          </p:nvSpPr>
          <p:spPr>
            <a:xfrm>
              <a:off x="8384605" y="1702785"/>
              <a:ext cx="440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dirty="0"/>
                <a:t>…</a:t>
              </a:r>
            </a:p>
          </p:txBody>
        </p:sp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75B0A46B-A51D-E50C-0741-3AEB6B774A5B}"/>
              </a:ext>
            </a:extLst>
          </p:cNvPr>
          <p:cNvGrpSpPr/>
          <p:nvPr/>
        </p:nvGrpSpPr>
        <p:grpSpPr>
          <a:xfrm>
            <a:off x="-60385" y="1796401"/>
            <a:ext cx="12312770" cy="4654591"/>
            <a:chOff x="-60385" y="2434755"/>
            <a:chExt cx="12312770" cy="4654591"/>
          </a:xfrm>
        </p:grpSpPr>
        <p:graphicFrame>
          <p:nvGraphicFramePr>
            <p:cNvPr id="4" name="Diagrama 3">
              <a:extLst>
                <a:ext uri="{FF2B5EF4-FFF2-40B4-BE49-F238E27FC236}">
                  <a16:creationId xmlns:a16="http://schemas.microsoft.com/office/drawing/2014/main" id="{C4B631A2-9CEF-1340-59E5-265C226F01D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31157246"/>
                </p:ext>
              </p:extLst>
            </p:nvPr>
          </p:nvGraphicFramePr>
          <p:xfrm>
            <a:off x="-60385" y="2434755"/>
            <a:ext cx="12312770" cy="465459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grpSp>
          <p:nvGrpSpPr>
            <p:cNvPr id="96" name="Grupo 95">
              <a:extLst>
                <a:ext uri="{FF2B5EF4-FFF2-40B4-BE49-F238E27FC236}">
                  <a16:creationId xmlns:a16="http://schemas.microsoft.com/office/drawing/2014/main" id="{A834E94C-C4F9-E99A-8371-9A36F668E066}"/>
                </a:ext>
              </a:extLst>
            </p:cNvPr>
            <p:cNvGrpSpPr/>
            <p:nvPr/>
          </p:nvGrpSpPr>
          <p:grpSpPr>
            <a:xfrm>
              <a:off x="175664" y="2434755"/>
              <a:ext cx="12016336" cy="1951077"/>
              <a:chOff x="175664" y="2434755"/>
              <a:chExt cx="12016336" cy="1951077"/>
            </a:xfrm>
          </p:grpSpPr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4767EF3-187F-E647-4330-06D7E9BA78F4}"/>
                  </a:ext>
                </a:extLst>
              </p:cNvPr>
              <p:cNvSpPr txBox="1"/>
              <p:nvPr/>
            </p:nvSpPr>
            <p:spPr>
              <a:xfrm>
                <a:off x="881743" y="2671849"/>
                <a:ext cx="11310257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sz="2600" b="1" dirty="0"/>
                  <a:t> Piensa		  Organiza         	       Escribe (x N)	              Verifica (x N)</a:t>
                </a:r>
              </a:p>
            </p:txBody>
          </p:sp>
          <p:pic>
            <p:nvPicPr>
              <p:cNvPr id="7" name="Imagen 6" descr="Escribe">
                <a:extLst>
                  <a:ext uri="{FF2B5EF4-FFF2-40B4-BE49-F238E27FC236}">
                    <a16:creationId xmlns:a16="http://schemas.microsoft.com/office/drawing/2014/main" id="{47649013-9710-6419-C053-FBF2717048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11852" y="2507349"/>
                <a:ext cx="869458" cy="869458"/>
              </a:xfrm>
              <a:prstGeom prst="rect">
                <a:avLst/>
              </a:prstGeom>
            </p:spPr>
          </p:pic>
          <p:pic>
            <p:nvPicPr>
              <p:cNvPr id="8" name="Imagen 7" descr="Piensa">
                <a:extLst>
                  <a:ext uri="{FF2B5EF4-FFF2-40B4-BE49-F238E27FC236}">
                    <a16:creationId xmlns:a16="http://schemas.microsoft.com/office/drawing/2014/main" id="{24E4D24E-15C6-B051-E8D0-5CFB158906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664" y="2434755"/>
                <a:ext cx="829693" cy="829693"/>
              </a:xfrm>
              <a:prstGeom prst="rect">
                <a:avLst/>
              </a:prstGeom>
            </p:spPr>
          </p:pic>
          <p:pic>
            <p:nvPicPr>
              <p:cNvPr id="9" name="Imagen 8" descr="Verifica">
                <a:extLst>
                  <a:ext uri="{FF2B5EF4-FFF2-40B4-BE49-F238E27FC236}">
                    <a16:creationId xmlns:a16="http://schemas.microsoft.com/office/drawing/2014/main" id="{507AB58C-6609-5EC8-C2D7-D124394F4E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271981" y="2437452"/>
                <a:ext cx="869458" cy="869458"/>
              </a:xfrm>
              <a:prstGeom prst="rect">
                <a:avLst/>
              </a:prstGeom>
            </p:spPr>
          </p:pic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EB951C0D-E832-DC78-B5E8-54454F508F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59947" y="3587105"/>
                <a:ext cx="501769" cy="469900"/>
              </a:xfrm>
              <a:prstGeom prst="rect">
                <a:avLst/>
              </a:prstGeom>
            </p:spPr>
          </p:pic>
          <p:pic>
            <p:nvPicPr>
              <p:cNvPr id="14" name="Imagen 13">
                <a:extLst>
                  <a:ext uri="{FF2B5EF4-FFF2-40B4-BE49-F238E27FC236}">
                    <a16:creationId xmlns:a16="http://schemas.microsoft.com/office/drawing/2014/main" id="{92201E04-BE86-FBE4-9993-B15AC4334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26649" y="2522062"/>
                <a:ext cx="831074" cy="680931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0CCBDB4C-5DA7-3DDD-33CC-CA3E532934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68999" y="3164292"/>
                <a:ext cx="1422400" cy="1181100"/>
              </a:xfrm>
              <a:prstGeom prst="rect">
                <a:avLst/>
              </a:prstGeom>
            </p:spPr>
          </p:pic>
          <p:pic>
            <p:nvPicPr>
              <p:cNvPr id="60" name="Imagen 59">
                <a:extLst>
                  <a:ext uri="{FF2B5EF4-FFF2-40B4-BE49-F238E27FC236}">
                    <a16:creationId xmlns:a16="http://schemas.microsoft.com/office/drawing/2014/main" id="{5B0A8011-1C5C-5755-8C74-1BF01E5203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38889" y="3204732"/>
                <a:ext cx="1422400" cy="1181100"/>
              </a:xfrm>
              <a:prstGeom prst="rect">
                <a:avLst/>
              </a:prstGeom>
            </p:spPr>
          </p:pic>
          <p:pic>
            <p:nvPicPr>
              <p:cNvPr id="77" name="Imagen 76">
                <a:extLst>
                  <a:ext uri="{FF2B5EF4-FFF2-40B4-BE49-F238E27FC236}">
                    <a16:creationId xmlns:a16="http://schemas.microsoft.com/office/drawing/2014/main" id="{568AD39C-E28D-CED3-F1EB-9DFF8D890C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32596" y="3402628"/>
                <a:ext cx="2009171" cy="508000"/>
              </a:xfrm>
              <a:prstGeom prst="rect">
                <a:avLst/>
              </a:prstGeom>
            </p:spPr>
          </p:pic>
          <p:grpSp>
            <p:nvGrpSpPr>
              <p:cNvPr id="78" name="Grupo 77">
                <a:extLst>
                  <a:ext uri="{FF2B5EF4-FFF2-40B4-BE49-F238E27FC236}">
                    <a16:creationId xmlns:a16="http://schemas.microsoft.com/office/drawing/2014/main" id="{757377D0-C1BF-6266-51F3-B61E3E09DEAD}"/>
                  </a:ext>
                </a:extLst>
              </p:cNvPr>
              <p:cNvGrpSpPr/>
              <p:nvPr/>
            </p:nvGrpSpPr>
            <p:grpSpPr>
              <a:xfrm>
                <a:off x="5007180" y="3584055"/>
                <a:ext cx="2654970" cy="598305"/>
                <a:chOff x="1000884" y="1019251"/>
                <a:chExt cx="2654970" cy="598305"/>
              </a:xfrm>
            </p:grpSpPr>
            <p:cxnSp>
              <p:nvCxnSpPr>
                <p:cNvPr id="79" name="Conector recto de flecha 78">
                  <a:extLst>
                    <a:ext uri="{FF2B5EF4-FFF2-40B4-BE49-F238E27FC236}">
                      <a16:creationId xmlns:a16="http://schemas.microsoft.com/office/drawing/2014/main" id="{E38BCA07-FA37-AAF4-5131-5ED7228B6C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334440">
                  <a:off x="1015054" y="1019251"/>
                  <a:ext cx="2322436" cy="341071"/>
                </a:xfrm>
                <a:prstGeom prst="straightConnector1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Conector recto de flecha 79">
                  <a:extLst>
                    <a:ext uri="{FF2B5EF4-FFF2-40B4-BE49-F238E27FC236}">
                      <a16:creationId xmlns:a16="http://schemas.microsoft.com/office/drawing/2014/main" id="{F5D9E90A-679E-B23F-0066-160DF8A42B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8649" y="1111919"/>
                  <a:ext cx="2647205" cy="505637"/>
                </a:xfrm>
                <a:prstGeom prst="straightConnector1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Conector recto de flecha 80">
                  <a:extLst>
                    <a:ext uri="{FF2B5EF4-FFF2-40B4-BE49-F238E27FC236}">
                      <a16:creationId xmlns:a16="http://schemas.microsoft.com/office/drawing/2014/main" id="{960A78C4-983A-6723-5881-6AD5B8CB6B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334440">
                  <a:off x="1000884" y="1022003"/>
                  <a:ext cx="2003168" cy="73007"/>
                </a:xfrm>
                <a:prstGeom prst="straightConnector1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83" name="Imagen 82">
                <a:extLst>
                  <a:ext uri="{FF2B5EF4-FFF2-40B4-BE49-F238E27FC236}">
                    <a16:creationId xmlns:a16="http://schemas.microsoft.com/office/drawing/2014/main" id="{DE753AFA-F58A-272D-4F07-03B2F54B4D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67676" y="3260148"/>
                <a:ext cx="1873764" cy="508000"/>
              </a:xfrm>
              <a:prstGeom prst="rect">
                <a:avLst/>
              </a:prstGeom>
            </p:spPr>
          </p:pic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E3D8D5BF-BD70-276E-738B-AACEA217CC17}"/>
                  </a:ext>
                </a:extLst>
              </p:cNvPr>
              <p:cNvGrpSpPr/>
              <p:nvPr/>
            </p:nvGrpSpPr>
            <p:grpSpPr>
              <a:xfrm>
                <a:off x="7880566" y="3429000"/>
                <a:ext cx="2905266" cy="662511"/>
                <a:chOff x="1007552" y="1075688"/>
                <a:chExt cx="2420647" cy="662511"/>
              </a:xfrm>
            </p:grpSpPr>
            <p:cxnSp>
              <p:nvCxnSpPr>
                <p:cNvPr id="85" name="Conector recto de flecha 84">
                  <a:extLst>
                    <a:ext uri="{FF2B5EF4-FFF2-40B4-BE49-F238E27FC236}">
                      <a16:creationId xmlns:a16="http://schemas.microsoft.com/office/drawing/2014/main" id="{DEB0BA76-568A-B185-59FD-B671E78E62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1283" y="1383687"/>
                  <a:ext cx="1921753" cy="31149"/>
                </a:xfrm>
                <a:prstGeom prst="straightConnector1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Conector recto de flecha 85">
                  <a:extLst>
                    <a:ext uri="{FF2B5EF4-FFF2-40B4-BE49-F238E27FC236}">
                      <a16:creationId xmlns:a16="http://schemas.microsoft.com/office/drawing/2014/main" id="{00FBEA6B-8183-6868-0F3B-D5004414AB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06446" y="1695425"/>
                  <a:ext cx="1921753" cy="42774"/>
                </a:xfrm>
                <a:prstGeom prst="straightConnector1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Conector recto de flecha 86">
                  <a:extLst>
                    <a:ext uri="{FF2B5EF4-FFF2-40B4-BE49-F238E27FC236}">
                      <a16:creationId xmlns:a16="http://schemas.microsoft.com/office/drawing/2014/main" id="{83DE0047-151E-C739-A8E7-6F3E5E797E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7552" y="1075688"/>
                  <a:ext cx="1906706" cy="0"/>
                </a:xfrm>
                <a:prstGeom prst="straightConnector1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8C27EC19-B35F-0EA5-0E0C-EB65D45B5194}"/>
              </a:ext>
            </a:extLst>
          </p:cNvPr>
          <p:cNvCxnSpPr>
            <a:cxnSpLocks/>
          </p:cNvCxnSpPr>
          <p:nvPr/>
        </p:nvCxnSpPr>
        <p:spPr>
          <a:xfrm flipH="1">
            <a:off x="7712006" y="6412011"/>
            <a:ext cx="2467164" cy="7879"/>
          </a:xfrm>
          <a:prstGeom prst="straightConnector1">
            <a:avLst/>
          </a:prstGeom>
          <a:ln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F9ABD721-240D-B911-B76B-6CF938F67D9A}"/>
              </a:ext>
            </a:extLst>
          </p:cNvPr>
          <p:cNvSpPr txBox="1"/>
          <p:nvPr/>
        </p:nvSpPr>
        <p:spPr>
          <a:xfrm>
            <a:off x="6284665" y="6059573"/>
            <a:ext cx="53218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ES" sz="2000" dirty="0"/>
              <a:t>Intento de mejora</a:t>
            </a:r>
            <a:endParaRPr lang="es-ES" sz="2000" b="0" dirty="0"/>
          </a:p>
        </p:txBody>
      </p:sp>
      <p:cxnSp>
        <p:nvCxnSpPr>
          <p:cNvPr id="100" name="Conector recto de flecha 99">
            <a:extLst>
              <a:ext uri="{FF2B5EF4-FFF2-40B4-BE49-F238E27FC236}">
                <a16:creationId xmlns:a16="http://schemas.microsoft.com/office/drawing/2014/main" id="{8B35632F-7908-0700-F86B-9E48C855BA40}"/>
              </a:ext>
            </a:extLst>
          </p:cNvPr>
          <p:cNvCxnSpPr>
            <a:cxnSpLocks/>
          </p:cNvCxnSpPr>
          <p:nvPr/>
        </p:nvCxnSpPr>
        <p:spPr>
          <a:xfrm flipV="1">
            <a:off x="7712006" y="5779696"/>
            <a:ext cx="0" cy="624245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926A7A69-4107-A518-6AAE-18283EE13C3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176292" y="5757489"/>
            <a:ext cx="0" cy="662400"/>
          </a:xfrm>
          <a:prstGeom prst="straightConnector1">
            <a:avLst/>
          </a:prstGeom>
          <a:ln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4473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2585</TotalTime>
  <Words>178</Words>
  <Application>Microsoft Macintosh PowerPoint</Application>
  <PresentationFormat>Panorámica</PresentationFormat>
  <Paragraphs>36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Ignacio Moreno-Torres</dc:creator>
  <cp:lastModifiedBy>Ignacio Moreno-Torres</cp:lastModifiedBy>
  <cp:revision>10</cp:revision>
  <dcterms:created xsi:type="dcterms:W3CDTF">2026-08-13T13:20:33Z</dcterms:created>
  <dcterms:modified xsi:type="dcterms:W3CDTF">2026-08-15T08:25:48Z</dcterms:modified>
</cp:coreProperties>
</file>